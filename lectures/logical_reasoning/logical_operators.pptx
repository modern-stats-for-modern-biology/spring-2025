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9"/>
  </p:notesMasterIdLst>
  <p:sldIdLst>
    <p:sldId id="265" r:id="rId2"/>
    <p:sldId id="263" r:id="rId3"/>
    <p:sldId id="266" r:id="rId4"/>
    <p:sldId id="267" r:id="rId5"/>
    <p:sldId id="268" r:id="rId6"/>
    <p:sldId id="269" r:id="rId7"/>
    <p:sldId id="270" r:id="rId8"/>
  </p:sldIdLst>
  <p:sldSz cx="64008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/>
    <p:restoredTop sz="94670"/>
  </p:normalViewPr>
  <p:slideViewPr>
    <p:cSldViewPr snapToGrid="0">
      <p:cViewPr varScale="1">
        <p:scale>
          <a:sx n="142" d="100"/>
          <a:sy n="142" d="100"/>
        </p:scale>
        <p:origin x="39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2BE78-C014-5C4B-97CC-4C5D5DBF8178}" type="datetimeFigureOut">
              <a:rPr lang="en-US" smtClean="0"/>
              <a:t>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78038" y="1143000"/>
            <a:ext cx="2701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E56F9-3E88-7847-A178-E7B13624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89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1pPr>
    <a:lvl2pPr marL="36576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2pPr>
    <a:lvl3pPr marL="73152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3pPr>
    <a:lvl4pPr marL="109728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4pPr>
    <a:lvl5pPr marL="146304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5pPr>
    <a:lvl6pPr marL="182880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6pPr>
    <a:lvl7pPr marL="219456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7pPr>
    <a:lvl8pPr marL="256032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8pPr>
    <a:lvl9pPr marL="2926080" algn="l" defTabSz="731520" rtl="0" eaLnBrk="1" latinLnBrk="0" hangingPunct="1">
      <a:defRPr sz="9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78038" y="1143000"/>
            <a:ext cx="27019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E56F9-3E88-7847-A178-E7B1362442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76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0959C-3F65-400B-9537-47355238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F4288-724C-891E-7EE1-32B8E6482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8038" y="1143000"/>
            <a:ext cx="27019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DB177-252B-0D95-61D4-4446E00A3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B9021-F8CD-AE51-8B08-B77E7FC8E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E56F9-3E88-7847-A178-E7B1362442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62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7174-1986-928C-5D83-5D4E2E9E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F10AF-43FE-57D0-6B8D-5E6891E58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8038" y="1143000"/>
            <a:ext cx="27019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804D9-8B1E-A336-1687-2C6D0189C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44F97-60CF-7553-A51D-74F244D4DB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E56F9-3E88-7847-A178-E7B1362442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69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F018-FC8D-9F3A-197E-EA1132E0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AC3D93-C643-1978-F80C-6B7BA7DAD3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8038" y="1143000"/>
            <a:ext cx="27019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A78489-DE7E-0441-98DF-DDE3323E3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D734D-7433-B0B7-B84E-50FF41C14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E56F9-3E88-7847-A178-E7B1362442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250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4E7C6-CA81-27A3-7F5B-14BA0942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69159-27B1-9897-8BAB-FF7F3C9A8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8038" y="1143000"/>
            <a:ext cx="27019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76087D-57DB-B3A2-EFF8-3B0318B06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D8FC53-969C-4A50-5659-844672DD8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E56F9-3E88-7847-A178-E7B1362442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81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7144-EB39-FFF8-035F-0A11B1AA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921C6-3789-A16C-BC80-D4B9ADFA3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8038" y="1143000"/>
            <a:ext cx="270192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059F1-D4E6-D90F-0B7C-55B10B551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0EE6C-3721-3AF1-9AA2-EB434F230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0E56F9-3E88-7847-A178-E7B1362442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87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1197187"/>
            <a:ext cx="5440680" cy="2546773"/>
          </a:xfrm>
        </p:spPr>
        <p:txBody>
          <a:bodyPr anchor="b"/>
          <a:lstStyle>
            <a:lvl1pPr algn="ctr"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3842174"/>
            <a:ext cx="4800600" cy="1766146"/>
          </a:xfrm>
        </p:spPr>
        <p:txBody>
          <a:bodyPr/>
          <a:lstStyle>
            <a:lvl1pPr marL="0" indent="0" algn="ctr">
              <a:buNone/>
              <a:defRPr sz="1680"/>
            </a:lvl1pPr>
            <a:lvl2pPr marL="320040" indent="0" algn="ctr">
              <a:buNone/>
              <a:defRPr sz="1400"/>
            </a:lvl2pPr>
            <a:lvl3pPr marL="640080" indent="0" algn="ctr">
              <a:buNone/>
              <a:defRPr sz="1260"/>
            </a:lvl3pPr>
            <a:lvl4pPr marL="960120" indent="0" algn="ctr">
              <a:buNone/>
              <a:defRPr sz="1120"/>
            </a:lvl4pPr>
            <a:lvl5pPr marL="1280160" indent="0" algn="ctr">
              <a:buNone/>
              <a:defRPr sz="1120"/>
            </a:lvl5pPr>
            <a:lvl6pPr marL="1600200" indent="0" algn="ctr">
              <a:buNone/>
              <a:defRPr sz="1120"/>
            </a:lvl6pPr>
            <a:lvl7pPr marL="1920240" indent="0" algn="ctr">
              <a:buNone/>
              <a:defRPr sz="1120"/>
            </a:lvl7pPr>
            <a:lvl8pPr marL="2240280" indent="0" algn="ctr">
              <a:buNone/>
              <a:defRPr sz="1120"/>
            </a:lvl8pPr>
            <a:lvl9pPr marL="2560320" indent="0" algn="ctr">
              <a:buNone/>
              <a:defRPr sz="11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64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823722"/>
            <a:ext cx="5520690" cy="3042919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4895429"/>
            <a:ext cx="5520690" cy="1600199"/>
          </a:xfrm>
        </p:spPr>
        <p:txBody>
          <a:bodyPr/>
          <a:lstStyle>
            <a:lvl1pPr marL="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1pPr>
            <a:lvl2pPr marL="32004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2pPr>
            <a:lvl3pPr marL="6400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3pPr>
            <a:lvl4pPr marL="9601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4pPr>
            <a:lvl5pPr marL="128016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5pPr>
            <a:lvl6pPr marL="160020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6pPr>
            <a:lvl7pPr marL="192024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7pPr>
            <a:lvl8pPr marL="224028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8pPr>
            <a:lvl9pPr marL="256032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21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947333"/>
            <a:ext cx="27203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947333"/>
            <a:ext cx="272034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46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89468"/>
            <a:ext cx="552069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793241"/>
            <a:ext cx="2707838" cy="878839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2672080"/>
            <a:ext cx="270783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793241"/>
            <a:ext cx="2721174" cy="878839"/>
          </a:xfrm>
        </p:spPr>
        <p:txBody>
          <a:bodyPr anchor="b"/>
          <a:lstStyle>
            <a:lvl1pPr marL="0" indent="0">
              <a:buNone/>
              <a:defRPr sz="1680" b="1"/>
            </a:lvl1pPr>
            <a:lvl2pPr marL="320040" indent="0">
              <a:buNone/>
              <a:defRPr sz="1400" b="1"/>
            </a:lvl2pPr>
            <a:lvl3pPr marL="640080" indent="0">
              <a:buNone/>
              <a:defRPr sz="1260" b="1"/>
            </a:lvl3pPr>
            <a:lvl4pPr marL="960120" indent="0">
              <a:buNone/>
              <a:defRPr sz="1120" b="1"/>
            </a:lvl4pPr>
            <a:lvl5pPr marL="1280160" indent="0">
              <a:buNone/>
              <a:defRPr sz="1120" b="1"/>
            </a:lvl5pPr>
            <a:lvl6pPr marL="1600200" indent="0">
              <a:buNone/>
              <a:defRPr sz="1120" b="1"/>
            </a:lvl6pPr>
            <a:lvl7pPr marL="1920240" indent="0">
              <a:buNone/>
              <a:defRPr sz="1120" b="1"/>
            </a:lvl7pPr>
            <a:lvl8pPr marL="2240280" indent="0">
              <a:buNone/>
              <a:defRPr sz="1120" b="1"/>
            </a:lvl8pPr>
            <a:lvl9pPr marL="2560320" indent="0">
              <a:buNone/>
              <a:defRPr sz="11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2672080"/>
            <a:ext cx="272117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2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26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8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87680"/>
            <a:ext cx="2064425" cy="170688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1053255"/>
            <a:ext cx="3240405" cy="5198533"/>
          </a:xfrm>
        </p:spPr>
        <p:txBody>
          <a:bodyPr/>
          <a:lstStyle>
            <a:lvl1pPr>
              <a:defRPr sz="2240"/>
            </a:lvl1pPr>
            <a:lvl2pPr>
              <a:defRPr sz="1960"/>
            </a:lvl2pPr>
            <a:lvl3pPr>
              <a:defRPr sz="168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194560"/>
            <a:ext cx="2064425" cy="4065694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9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487680"/>
            <a:ext cx="2064425" cy="1706880"/>
          </a:xfrm>
        </p:spPr>
        <p:txBody>
          <a:bodyPr anchor="b"/>
          <a:lstStyle>
            <a:lvl1pPr>
              <a:defRPr sz="2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1053255"/>
            <a:ext cx="3240405" cy="5198533"/>
          </a:xfrm>
        </p:spPr>
        <p:txBody>
          <a:bodyPr anchor="t"/>
          <a:lstStyle>
            <a:lvl1pPr marL="0" indent="0">
              <a:buNone/>
              <a:defRPr sz="2240"/>
            </a:lvl1pPr>
            <a:lvl2pPr marL="320040" indent="0">
              <a:buNone/>
              <a:defRPr sz="1960"/>
            </a:lvl2pPr>
            <a:lvl3pPr marL="640080" indent="0">
              <a:buNone/>
              <a:defRPr sz="1680"/>
            </a:lvl3pPr>
            <a:lvl4pPr marL="960120" indent="0">
              <a:buNone/>
              <a:defRPr sz="1400"/>
            </a:lvl4pPr>
            <a:lvl5pPr marL="1280160" indent="0">
              <a:buNone/>
              <a:defRPr sz="1400"/>
            </a:lvl5pPr>
            <a:lvl6pPr marL="1600200" indent="0">
              <a:buNone/>
              <a:defRPr sz="1400"/>
            </a:lvl6pPr>
            <a:lvl7pPr marL="1920240" indent="0">
              <a:buNone/>
              <a:defRPr sz="1400"/>
            </a:lvl7pPr>
            <a:lvl8pPr marL="2240280" indent="0">
              <a:buNone/>
              <a:defRPr sz="1400"/>
            </a:lvl8pPr>
            <a:lvl9pPr marL="2560320" indent="0">
              <a:buNone/>
              <a:defRPr sz="1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2194560"/>
            <a:ext cx="2064425" cy="4065694"/>
          </a:xfrm>
        </p:spPr>
        <p:txBody>
          <a:bodyPr/>
          <a:lstStyle>
            <a:lvl1pPr marL="0" indent="0">
              <a:buNone/>
              <a:defRPr sz="1120"/>
            </a:lvl1pPr>
            <a:lvl2pPr marL="320040" indent="0">
              <a:buNone/>
              <a:defRPr sz="980"/>
            </a:lvl2pPr>
            <a:lvl3pPr marL="640080" indent="0">
              <a:buNone/>
              <a:defRPr sz="840"/>
            </a:lvl3pPr>
            <a:lvl4pPr marL="960120" indent="0">
              <a:buNone/>
              <a:defRPr sz="700"/>
            </a:lvl4pPr>
            <a:lvl5pPr marL="1280160" indent="0">
              <a:buNone/>
              <a:defRPr sz="700"/>
            </a:lvl5pPr>
            <a:lvl6pPr marL="1600200" indent="0">
              <a:buNone/>
              <a:defRPr sz="700"/>
            </a:lvl6pPr>
            <a:lvl7pPr marL="1920240" indent="0">
              <a:buNone/>
              <a:defRPr sz="700"/>
            </a:lvl7pPr>
            <a:lvl8pPr marL="2240280" indent="0">
              <a:buNone/>
              <a:defRPr sz="700"/>
            </a:lvl8pPr>
            <a:lvl9pPr marL="2560320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5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1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389467"/>
            <a:ext cx="1380173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389467"/>
            <a:ext cx="4060508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5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389468"/>
            <a:ext cx="552069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947333"/>
            <a:ext cx="552069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6780108"/>
            <a:ext cx="14401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4D7845-3D0B-BA4F-9ACE-2577ED5B6C83}" type="datetimeFigureOut">
              <a:rPr lang="en-US" smtClean="0"/>
              <a:t>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6780108"/>
            <a:ext cx="216027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6780108"/>
            <a:ext cx="14401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B856E-A411-8F4C-8938-BBD51E2E7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7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40080" rtl="0" eaLnBrk="1" latinLnBrk="0" hangingPunct="1">
        <a:lnSpc>
          <a:spcPct val="90000"/>
        </a:lnSpc>
        <a:spcBef>
          <a:spcPct val="0"/>
        </a:spcBef>
        <a:buNone/>
        <a:defRPr sz="30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0020" indent="-160020" algn="l" defTabSz="64008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196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2pPr>
      <a:lvl3pPr marL="8001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1201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76022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208026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720340" indent="-160020" algn="l" defTabSz="640080" rtl="0" eaLnBrk="1" latinLnBrk="0" hangingPunct="1">
        <a:lnSpc>
          <a:spcPct val="90000"/>
        </a:lnSpc>
        <a:spcBef>
          <a:spcPts val="3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200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7pPr>
      <a:lvl8pPr marL="224028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algn="l" defTabSz="640080" rtl="0" eaLnBrk="1" latinLnBrk="0" hangingPunct="1">
        <a:defRPr sz="12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4AC5-A680-2FB5-A491-385BDC4A4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C73E8E1-EEC1-F508-EFFA-A38BF42EBD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22" t="69934"/>
          <a:stretch/>
        </p:blipFill>
        <p:spPr>
          <a:xfrm>
            <a:off x="1497342" y="1244838"/>
            <a:ext cx="1099806" cy="5120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A50BD8-7F1C-CC00-022E-A8AE7EF32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78" t="69934" r="50244"/>
          <a:stretch/>
        </p:blipFill>
        <p:spPr>
          <a:xfrm>
            <a:off x="1477633" y="6444727"/>
            <a:ext cx="1099808" cy="5120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036636-89D2-4A92-DDF2-72FEDE0D8D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22" t="69934"/>
          <a:stretch/>
        </p:blipFill>
        <p:spPr>
          <a:xfrm>
            <a:off x="1497342" y="2978134"/>
            <a:ext cx="1099806" cy="5120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9373CC-0423-8A70-6F86-CA535C58DD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78" t="69934" r="50244"/>
          <a:stretch/>
        </p:blipFill>
        <p:spPr>
          <a:xfrm>
            <a:off x="1484203" y="4711430"/>
            <a:ext cx="1099808" cy="5120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83CB84-A929-4F98-D56B-BAE6941BB4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22" t="69934"/>
          <a:stretch/>
        </p:blipFill>
        <p:spPr>
          <a:xfrm>
            <a:off x="2935853" y="1244838"/>
            <a:ext cx="1099806" cy="512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BC0760-9FBD-FB6A-DC88-EDF58F9AC7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78" t="69934" r="50244"/>
          <a:stretch/>
        </p:blipFill>
        <p:spPr>
          <a:xfrm>
            <a:off x="2935851" y="2978134"/>
            <a:ext cx="1099808" cy="512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BE8BA0-BF0F-B420-98DC-D4129F6A15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122" b="30219"/>
          <a:stretch/>
        </p:blipFill>
        <p:spPr>
          <a:xfrm>
            <a:off x="-1" y="5705856"/>
            <a:ext cx="1489316" cy="16093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6B9AC1-0925-ECD9-BD95-BEA89CF99C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55" r="49967" b="30192"/>
          <a:stretch/>
        </p:blipFill>
        <p:spPr>
          <a:xfrm>
            <a:off x="291" y="2233792"/>
            <a:ext cx="1488733" cy="1609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A4E5A6-45AF-1A01-217C-D71906889F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422" r="25115" b="29778"/>
          <a:stretch/>
        </p:blipFill>
        <p:spPr>
          <a:xfrm>
            <a:off x="-1" y="3969824"/>
            <a:ext cx="1489316" cy="16093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193F0A-61A6-6496-D758-B64B68DD52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22" b="30218"/>
          <a:stretch/>
        </p:blipFill>
        <p:spPr>
          <a:xfrm>
            <a:off x="0" y="497760"/>
            <a:ext cx="1489315" cy="16093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5FF60E-93E1-6152-6886-FDD5BAA675BF}"/>
              </a:ext>
            </a:extLst>
          </p:cNvPr>
          <p:cNvSpPr txBox="1"/>
          <p:nvPr/>
        </p:nvSpPr>
        <p:spPr>
          <a:xfrm>
            <a:off x="1831531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E12247-2633-B18A-8F13-C9B9693D376B}"/>
              </a:ext>
            </a:extLst>
          </p:cNvPr>
          <p:cNvSpPr txBox="1"/>
          <p:nvPr/>
        </p:nvSpPr>
        <p:spPr>
          <a:xfrm>
            <a:off x="3227527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2F3F26-AE4E-CFE5-A2B3-E88FB709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122" t="69934"/>
          <a:stretch/>
        </p:blipFill>
        <p:spPr>
          <a:xfrm>
            <a:off x="2935851" y="4711430"/>
            <a:ext cx="1099806" cy="5120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34361A-CC15-4795-ED08-E5D55D44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78" t="69934" r="50244"/>
          <a:stretch/>
        </p:blipFill>
        <p:spPr>
          <a:xfrm>
            <a:off x="2897395" y="6444726"/>
            <a:ext cx="1099808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65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B90F8-80F5-4560-A7DC-73001F38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27E3DC0D-E6E0-922A-179A-FBA6949AA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53839" y="6444726"/>
            <a:ext cx="1099806" cy="5120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A44FE3D-99EB-F3AF-D086-F0DDBE158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35907" y="1244838"/>
            <a:ext cx="1099808" cy="51206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C768706-1A00-43CD-6C67-3DE70C597929}"/>
              </a:ext>
            </a:extLst>
          </p:cNvPr>
          <p:cNvSpPr txBox="1"/>
          <p:nvPr/>
        </p:nvSpPr>
        <p:spPr>
          <a:xfrm>
            <a:off x="4521175" y="170270"/>
            <a:ext cx="659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¬A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338BA4-C581-484F-3AE7-71FF60EA4946}"/>
              </a:ext>
            </a:extLst>
          </p:cNvPr>
          <p:cNvSpPr txBox="1"/>
          <p:nvPr/>
        </p:nvSpPr>
        <p:spPr>
          <a:xfrm>
            <a:off x="1831532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7E390F-2A1E-47C1-FEC7-F0464064CBD8}"/>
              </a:ext>
            </a:extLst>
          </p:cNvPr>
          <p:cNvSpPr txBox="1"/>
          <p:nvPr/>
        </p:nvSpPr>
        <p:spPr>
          <a:xfrm>
            <a:off x="3227528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7CE626-373D-BB07-3F46-7728171F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1244838"/>
            <a:ext cx="1099806" cy="512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520062-5BB7-AF39-8E0D-51067B50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77634" y="6444727"/>
            <a:ext cx="1099808" cy="512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83E379-E99B-DDF8-DDF4-63CB12781E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2978134"/>
            <a:ext cx="1099806" cy="51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C3D8A1E-3FD5-EA07-2D31-CABF7BE19E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84204" y="4711430"/>
            <a:ext cx="1099808" cy="512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594BB6F-93AA-A640-7E77-55CC9E51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4" y="1244838"/>
            <a:ext cx="1099806" cy="5120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53811D3-6BEF-869D-23B0-BB16254BB2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935852" y="2978134"/>
            <a:ext cx="1099808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89FE333-1948-A35E-95D7-C70DFA9A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22" b="30219"/>
          <a:stretch/>
        </p:blipFill>
        <p:spPr>
          <a:xfrm>
            <a:off x="0" y="5705856"/>
            <a:ext cx="1489316" cy="1609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080B9D4-035C-028B-2D6A-82CFB3F509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5" r="49967" b="30192"/>
          <a:stretch/>
        </p:blipFill>
        <p:spPr>
          <a:xfrm>
            <a:off x="292" y="2233792"/>
            <a:ext cx="1488733" cy="16093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142FB06-2424-D788-1073-22778B1DFF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22" r="25115" b="29778"/>
          <a:stretch/>
        </p:blipFill>
        <p:spPr>
          <a:xfrm>
            <a:off x="0" y="3969824"/>
            <a:ext cx="1489316" cy="16093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0EC1356-78D1-C26B-E7D2-A89FE98C44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b="30218"/>
          <a:stretch/>
        </p:blipFill>
        <p:spPr>
          <a:xfrm>
            <a:off x="1" y="497760"/>
            <a:ext cx="1489315" cy="16093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E9781B9-E740-5C87-FB19-5DC3907C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2" y="4711430"/>
            <a:ext cx="1099806" cy="5120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CCD3438-7FF5-B8BF-6015-2FA06E545B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897396" y="6444726"/>
            <a:ext cx="1099808" cy="5120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44BB4724-2F7B-C270-BBDD-6EF20F93B5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4363" y="2978134"/>
            <a:ext cx="1099808" cy="51206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235EA87D-3CE9-5D11-0497-72628B442C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92293" y="4711430"/>
            <a:ext cx="109980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99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E2286-0D0F-27B5-395C-001B500E0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DCE1E99A-2995-C1F0-3490-E5C412828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428" y="4711430"/>
            <a:ext cx="1099808" cy="5120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A6583EC-13CB-9965-EE15-3D668D8C0E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92001" y="2978134"/>
            <a:ext cx="1099806" cy="5120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AB7A90E-1857-39B2-4B19-C81BAE38D5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53547" y="6444726"/>
            <a:ext cx="1099806" cy="5120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F24F29D-7C2C-5278-16D2-BE5CE9B205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35615" y="1244838"/>
            <a:ext cx="1099808" cy="51206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51B19FB-7788-0FE8-8A88-8E7E562F67ED}"/>
              </a:ext>
            </a:extLst>
          </p:cNvPr>
          <p:cNvSpPr txBox="1"/>
          <p:nvPr/>
        </p:nvSpPr>
        <p:spPr>
          <a:xfrm>
            <a:off x="4520883" y="170270"/>
            <a:ext cx="659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¬B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2F69EC-38F6-2E60-503D-D6CED9363D46}"/>
              </a:ext>
            </a:extLst>
          </p:cNvPr>
          <p:cNvSpPr txBox="1"/>
          <p:nvPr/>
        </p:nvSpPr>
        <p:spPr>
          <a:xfrm>
            <a:off x="1831240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DFEA4-99B0-FB64-A7D0-D667CD7711DE}"/>
              </a:ext>
            </a:extLst>
          </p:cNvPr>
          <p:cNvSpPr txBox="1"/>
          <p:nvPr/>
        </p:nvSpPr>
        <p:spPr>
          <a:xfrm>
            <a:off x="3227236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3C8FB5-D029-99BC-D791-00E2DCEC49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051" y="1244838"/>
            <a:ext cx="1099806" cy="512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8DA4C9-3140-F831-890C-53129CB157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77342" y="6444727"/>
            <a:ext cx="1099808" cy="512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B78C0B1-5C33-FCDB-5533-3766C65DC6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051" y="2978134"/>
            <a:ext cx="1099806" cy="51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3816490-79A2-9198-5787-E3218862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83912" y="4711430"/>
            <a:ext cx="1099808" cy="512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FC110D-1429-BB95-A4F9-B3AF08359B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562" y="1244838"/>
            <a:ext cx="1099806" cy="5120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A0C881F-44D8-3508-90EC-B31F99B11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935560" y="2978134"/>
            <a:ext cx="1099808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3524454-2845-1231-9AF4-0B773C4B87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22" b="30219"/>
          <a:stretch/>
        </p:blipFill>
        <p:spPr>
          <a:xfrm>
            <a:off x="-292" y="5705856"/>
            <a:ext cx="1489316" cy="1609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AFDB7CD-7487-56A4-A3DF-05F8A0C16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5" r="49967" b="30192"/>
          <a:stretch/>
        </p:blipFill>
        <p:spPr>
          <a:xfrm>
            <a:off x="0" y="2233792"/>
            <a:ext cx="1488733" cy="16093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251CAC-E7AA-9607-C1DC-5E4BDDDF8E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22" r="25115" b="29778"/>
          <a:stretch/>
        </p:blipFill>
        <p:spPr>
          <a:xfrm>
            <a:off x="-292" y="3969824"/>
            <a:ext cx="1489316" cy="16093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D29B445-18E9-4ABD-AF83-C2148CB4FC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b="30218"/>
          <a:stretch/>
        </p:blipFill>
        <p:spPr>
          <a:xfrm>
            <a:off x="-291" y="497760"/>
            <a:ext cx="1489315" cy="16093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6A4BB9D-A951-A78D-FB36-C58F8BBB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560" y="4711430"/>
            <a:ext cx="1099806" cy="5120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64F0632-7119-8945-7487-D0D416A63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897104" y="6444726"/>
            <a:ext cx="1099808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970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0E9E4-A20A-FD8D-621E-039242008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678426-7591-C64E-79BC-C2833BA9A8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428" y="6444726"/>
            <a:ext cx="1099808" cy="51206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F11A3B2-1FA3-D411-73E6-654C48CE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428" y="2978134"/>
            <a:ext cx="1099808" cy="512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475AB1-1F70-E75E-6A93-23C633091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53499" y="1244838"/>
            <a:ext cx="1099806" cy="5120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122C580-A63C-F530-DF6E-C0C5C75D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428" y="4711430"/>
            <a:ext cx="1099808" cy="51206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D2DBB2C-4CC6-11B1-E0B1-D6801EF440EA}"/>
              </a:ext>
            </a:extLst>
          </p:cNvPr>
          <p:cNvSpPr txBox="1"/>
          <p:nvPr/>
        </p:nvSpPr>
        <p:spPr>
          <a:xfrm>
            <a:off x="4365731" y="170271"/>
            <a:ext cx="1111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A ∧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49657-E964-881D-C2B2-2059CAB3CFB4}"/>
              </a:ext>
            </a:extLst>
          </p:cNvPr>
          <p:cNvSpPr txBox="1"/>
          <p:nvPr/>
        </p:nvSpPr>
        <p:spPr>
          <a:xfrm>
            <a:off x="1831240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3E323D-F1F5-3C67-BAD0-869A0EB48E48}"/>
              </a:ext>
            </a:extLst>
          </p:cNvPr>
          <p:cNvSpPr txBox="1"/>
          <p:nvPr/>
        </p:nvSpPr>
        <p:spPr>
          <a:xfrm>
            <a:off x="3227236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9FF12F-EF6D-F65E-656C-9DCCF3259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051" y="1244838"/>
            <a:ext cx="1099806" cy="512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0FF7CF-17CA-3CDD-DF65-ECA76796B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77342" y="6444727"/>
            <a:ext cx="1099808" cy="512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FA40ABB-E726-563A-4EA9-A89B1A6486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051" y="2978134"/>
            <a:ext cx="1099806" cy="51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749F7A3-6330-95EA-32F7-2ED80740A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83912" y="4711430"/>
            <a:ext cx="1099808" cy="512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7E5BFE7-1DA4-13E3-D4DE-E50992819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562" y="1244838"/>
            <a:ext cx="1099806" cy="5120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2B629C8-E014-980B-1D3C-B79419572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935560" y="2978134"/>
            <a:ext cx="1099808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EF14E0E-B8FD-7663-BECF-87988038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22" b="30219"/>
          <a:stretch/>
        </p:blipFill>
        <p:spPr>
          <a:xfrm>
            <a:off x="-292" y="5705856"/>
            <a:ext cx="1489316" cy="1609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10A2964-B16E-0512-F02B-D0772537B4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5" r="49967" b="30192"/>
          <a:stretch/>
        </p:blipFill>
        <p:spPr>
          <a:xfrm>
            <a:off x="0" y="2233792"/>
            <a:ext cx="1488733" cy="16093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64814D-F29B-B868-E81C-A619092F20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22" r="25115" b="29778"/>
          <a:stretch/>
        </p:blipFill>
        <p:spPr>
          <a:xfrm>
            <a:off x="-292" y="3969824"/>
            <a:ext cx="1489316" cy="16093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80911C2-B030-2573-0569-E8D035051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b="30218"/>
          <a:stretch/>
        </p:blipFill>
        <p:spPr>
          <a:xfrm>
            <a:off x="-291" y="497760"/>
            <a:ext cx="1489315" cy="16093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D49A4F8-30A7-73CC-40F1-206CE79EB7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560" y="4711430"/>
            <a:ext cx="1099806" cy="5120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B63D005-2F66-7A7C-5EA6-378F3ED0D6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897104" y="6444726"/>
            <a:ext cx="1099808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2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A9C7A-8798-3CCA-2810-78EFE731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F382727-1053-4D92-FC21-1E3A7B83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720" y="6444726"/>
            <a:ext cx="1099808" cy="5120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7310D1-14DA-C2EF-2BD2-AE1E99EFB0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92293" y="2978134"/>
            <a:ext cx="1099806" cy="512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79E31C-67FB-3A33-72CF-401AADC846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53791" y="1244838"/>
            <a:ext cx="1099806" cy="5120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FC7B19A-2B83-442A-D1C2-8646A20226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720" y="4711430"/>
            <a:ext cx="1099808" cy="51206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67171CE-FB86-4E6B-8FF4-DC9B80C66E1E}"/>
              </a:ext>
            </a:extLst>
          </p:cNvPr>
          <p:cNvSpPr txBox="1"/>
          <p:nvPr/>
        </p:nvSpPr>
        <p:spPr>
          <a:xfrm>
            <a:off x="4366023" y="170271"/>
            <a:ext cx="1111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A ∨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0AF525-A663-85D5-5153-C9850E429E59}"/>
              </a:ext>
            </a:extLst>
          </p:cNvPr>
          <p:cNvSpPr txBox="1"/>
          <p:nvPr/>
        </p:nvSpPr>
        <p:spPr>
          <a:xfrm>
            <a:off x="1831532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4B4087-D450-B9BA-6993-A3F96F30CFA0}"/>
              </a:ext>
            </a:extLst>
          </p:cNvPr>
          <p:cNvSpPr txBox="1"/>
          <p:nvPr/>
        </p:nvSpPr>
        <p:spPr>
          <a:xfrm>
            <a:off x="3227528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5E41CF-B298-1A1B-62E8-DD4EBAF57A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1244838"/>
            <a:ext cx="1099806" cy="512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4A7323-2572-CB79-2FB8-1982A0D2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77634" y="6444727"/>
            <a:ext cx="1099808" cy="512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4D1ACA4-D9D2-9C48-CBA3-EBF945AC85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2978134"/>
            <a:ext cx="1099806" cy="51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20431C9-3392-85B8-B81F-5F556DCF6C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84204" y="4711430"/>
            <a:ext cx="1099808" cy="512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73EF50-2268-FE2F-762C-92D87B8E74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4" y="1244838"/>
            <a:ext cx="1099806" cy="5120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FA223F7-813E-A763-4A42-C35EA96768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935852" y="2978134"/>
            <a:ext cx="1099808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B7F85B-A534-3835-DFD1-21A9FF9A5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22" b="30219"/>
          <a:stretch/>
        </p:blipFill>
        <p:spPr>
          <a:xfrm>
            <a:off x="0" y="5705856"/>
            <a:ext cx="1489316" cy="1609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20F994B-0004-A4F1-42AA-F154752D37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5" r="49967" b="30192"/>
          <a:stretch/>
        </p:blipFill>
        <p:spPr>
          <a:xfrm>
            <a:off x="292" y="2233792"/>
            <a:ext cx="1488733" cy="16093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08A15AF-6276-B614-2A95-C943771D10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22" r="25115" b="29778"/>
          <a:stretch/>
        </p:blipFill>
        <p:spPr>
          <a:xfrm>
            <a:off x="0" y="3969824"/>
            <a:ext cx="1489316" cy="16093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2085A24-17E0-92C1-4577-7DF323D3EA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b="30218"/>
          <a:stretch/>
        </p:blipFill>
        <p:spPr>
          <a:xfrm>
            <a:off x="1" y="497760"/>
            <a:ext cx="1489315" cy="16093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D656E8-FF27-E92B-E88F-DF89E3750F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2" y="4711430"/>
            <a:ext cx="1099806" cy="5120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C5374A6-43DC-F9C0-0B27-8832002BC1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897396" y="6444726"/>
            <a:ext cx="1099808" cy="512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1AC8AD-6484-A6D0-F431-F93102C43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92293" y="4711430"/>
            <a:ext cx="1099806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4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FBBB1-BD1C-9DBF-C476-4C788C90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F567961-DD17-6935-5BD0-9D09E701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89650" y="4711430"/>
            <a:ext cx="1099806" cy="512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05194A-FCF0-FA46-F250-867744DA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89650" y="6444726"/>
            <a:ext cx="1099806" cy="512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494A7E-4A2F-4D20-65CD-C08FB4C31F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720" y="2978134"/>
            <a:ext cx="1099808" cy="512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E2BD7A-AD70-9A71-FE78-6654E43907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53791" y="1244838"/>
            <a:ext cx="1099806" cy="51206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803FF35-CFD1-3DFE-661B-075236D823DB}"/>
              </a:ext>
            </a:extLst>
          </p:cNvPr>
          <p:cNvSpPr txBox="1"/>
          <p:nvPr/>
        </p:nvSpPr>
        <p:spPr>
          <a:xfrm>
            <a:off x="4309117" y="170272"/>
            <a:ext cx="1225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A ⇒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C0E37-D044-C05B-455D-E50B1927C63F}"/>
              </a:ext>
            </a:extLst>
          </p:cNvPr>
          <p:cNvSpPr txBox="1"/>
          <p:nvPr/>
        </p:nvSpPr>
        <p:spPr>
          <a:xfrm>
            <a:off x="1831532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34AA83-CA8A-456D-59AC-56469D723352}"/>
              </a:ext>
            </a:extLst>
          </p:cNvPr>
          <p:cNvSpPr txBox="1"/>
          <p:nvPr/>
        </p:nvSpPr>
        <p:spPr>
          <a:xfrm>
            <a:off x="3227528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75DBB5-FF80-AEED-446B-CB8BB964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1244838"/>
            <a:ext cx="1099806" cy="512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A34153-498C-2C66-9B6C-90A08E60C0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77634" y="6444727"/>
            <a:ext cx="1099808" cy="512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4D6B15-6E21-FC96-7047-FF5676E960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2978134"/>
            <a:ext cx="1099806" cy="51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CDDE3B1-D98D-161C-3C67-4EEDB1DF7F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84204" y="4711430"/>
            <a:ext cx="1099808" cy="512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E19DBB-F094-D79A-BE4C-B1070B3F6E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4" y="1244838"/>
            <a:ext cx="1099806" cy="5120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010D842-78F8-C350-3372-B606FA9EDB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935852" y="2978134"/>
            <a:ext cx="1099808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20CDAC0-447A-74A4-92C2-74C37B0D43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22" b="30219"/>
          <a:stretch/>
        </p:blipFill>
        <p:spPr>
          <a:xfrm>
            <a:off x="0" y="5705856"/>
            <a:ext cx="1489316" cy="1609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0DD92EC-7CEC-EE9E-7F4D-685D75595E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5" r="49967" b="30192"/>
          <a:stretch/>
        </p:blipFill>
        <p:spPr>
          <a:xfrm>
            <a:off x="292" y="2233792"/>
            <a:ext cx="1488733" cy="16093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D493908-5058-CFB9-87C1-D227F671E6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22" r="25115" b="29778"/>
          <a:stretch/>
        </p:blipFill>
        <p:spPr>
          <a:xfrm>
            <a:off x="0" y="3969824"/>
            <a:ext cx="1489316" cy="16093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188BD5-B8DF-1445-A0EA-EE46B3E5B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b="30218"/>
          <a:stretch/>
        </p:blipFill>
        <p:spPr>
          <a:xfrm>
            <a:off x="1" y="497760"/>
            <a:ext cx="1489315" cy="16093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B12261-1F2D-14D6-149D-BA634B839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2" y="4711430"/>
            <a:ext cx="1099806" cy="5120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FEF3FB9-DA96-E23A-A81F-E63262A81C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897396" y="6444726"/>
            <a:ext cx="1099808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631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41531-B457-EDC0-B053-F2A31E209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6614CE9-D01B-F482-EBE4-2EF9C201C9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720" y="4711430"/>
            <a:ext cx="1099808" cy="5120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073FDF-472E-2930-0ECB-01034B1B52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89650" y="6444726"/>
            <a:ext cx="1099806" cy="512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75A208-59D7-5E47-9FFA-9EE3B3F6EA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720" y="2978134"/>
            <a:ext cx="1099808" cy="51206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E8E3296-366D-F672-B2C6-173A736E05BF}"/>
              </a:ext>
            </a:extLst>
          </p:cNvPr>
          <p:cNvSpPr txBox="1"/>
          <p:nvPr/>
        </p:nvSpPr>
        <p:spPr>
          <a:xfrm>
            <a:off x="4310512" y="170272"/>
            <a:ext cx="12939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 ⇔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825EF2-C144-02FF-9DAF-C0354AE05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4353791" y="1244838"/>
            <a:ext cx="1099806" cy="51206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35DAEF0-9AAD-4BF9-9CE1-911BD953A3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4371720" y="4711430"/>
            <a:ext cx="1099808" cy="5120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5F1F68-58E3-777C-4772-290C87970EDE}"/>
              </a:ext>
            </a:extLst>
          </p:cNvPr>
          <p:cNvSpPr txBox="1"/>
          <p:nvPr/>
        </p:nvSpPr>
        <p:spPr>
          <a:xfrm>
            <a:off x="1831532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DD15D7-B26E-CDE4-4CED-5D8CBA00F75D}"/>
              </a:ext>
            </a:extLst>
          </p:cNvPr>
          <p:cNvSpPr txBox="1"/>
          <p:nvPr/>
        </p:nvSpPr>
        <p:spPr>
          <a:xfrm>
            <a:off x="3227528" y="170272"/>
            <a:ext cx="4395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0637F1-DEAC-CBDD-8A1C-556D9A14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1244838"/>
            <a:ext cx="1099806" cy="5120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D9A562-BE04-842F-5DF5-0861EA3C3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77634" y="6444727"/>
            <a:ext cx="1099808" cy="5120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9680FE1-4A6F-4A64-BB5E-C30D3F537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1497343" y="2978134"/>
            <a:ext cx="1099806" cy="512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55BA6C3-4FAC-9B3F-8738-D9ECE4305D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1484204" y="4711430"/>
            <a:ext cx="1099808" cy="51206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8A21F5A-F17F-E927-4545-5587274825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4" y="1244838"/>
            <a:ext cx="1099806" cy="51206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B5C1E32-C534-671F-4F44-E59F0BBB9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935852" y="2978134"/>
            <a:ext cx="1099808" cy="51206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DE4FCA-E536-4946-19ED-27C61FD5A0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22" b="30219"/>
          <a:stretch/>
        </p:blipFill>
        <p:spPr>
          <a:xfrm>
            <a:off x="0" y="5705856"/>
            <a:ext cx="1489316" cy="16093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18BC641-D728-846F-ED44-6AD704C55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5" r="49967" b="30192"/>
          <a:stretch/>
        </p:blipFill>
        <p:spPr>
          <a:xfrm>
            <a:off x="292" y="2233792"/>
            <a:ext cx="1488733" cy="16093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2ACA96B-3953-41C7-4F9B-9FE08466EC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422" r="25115" b="29778"/>
          <a:stretch/>
        </p:blipFill>
        <p:spPr>
          <a:xfrm>
            <a:off x="0" y="3969824"/>
            <a:ext cx="1489316" cy="160934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8548A99-9809-01B3-0DD1-C35AA22C12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b="30218"/>
          <a:stretch/>
        </p:blipFill>
        <p:spPr>
          <a:xfrm>
            <a:off x="1" y="497760"/>
            <a:ext cx="1489315" cy="160934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5EE03D2-61E0-0C03-6F7C-F4E3FDF13F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22" t="69934"/>
          <a:stretch/>
        </p:blipFill>
        <p:spPr>
          <a:xfrm>
            <a:off x="2935852" y="4711430"/>
            <a:ext cx="1099806" cy="5120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36D98F0E-5445-3874-38AF-B437D06E4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78" t="69934" r="50244"/>
          <a:stretch/>
        </p:blipFill>
        <p:spPr>
          <a:xfrm>
            <a:off x="2897396" y="6444726"/>
            <a:ext cx="1099808" cy="51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821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</TotalTime>
  <Words>36</Words>
  <Application>Microsoft Macintosh PowerPoint</Application>
  <PresentationFormat>Custom</PresentationFormat>
  <Paragraphs>26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Marcora, Edoardo</dc:creator>
  <cp:lastModifiedBy>Marcora, Edoardo</cp:lastModifiedBy>
  <cp:revision>13</cp:revision>
  <dcterms:created xsi:type="dcterms:W3CDTF">2025-02-02T14:34:07Z</dcterms:created>
  <dcterms:modified xsi:type="dcterms:W3CDTF">2025-02-02T17:07:57Z</dcterms:modified>
</cp:coreProperties>
</file>
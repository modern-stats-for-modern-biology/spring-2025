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9"/>
  </p:notesMasterIdLst>
  <p:sldIdLst>
    <p:sldId id="341" r:id="rId2"/>
    <p:sldId id="345" r:id="rId3"/>
    <p:sldId id="347" r:id="rId4"/>
    <p:sldId id="348" r:id="rId5"/>
    <p:sldId id="350" r:id="rId6"/>
    <p:sldId id="351" r:id="rId7"/>
    <p:sldId id="352" r:id="rId8"/>
  </p:sldIdLst>
  <p:sldSz cx="9144000" cy="91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BB6F"/>
    <a:srgbClr val="F3CED0"/>
    <a:srgbClr val="FF40FF"/>
    <a:srgbClr val="C00000"/>
    <a:srgbClr val="4472C5"/>
    <a:srgbClr val="8FAADC"/>
    <a:srgbClr val="5585AF"/>
    <a:srgbClr val="5685AF"/>
    <a:srgbClr val="6D8FCD"/>
    <a:srgbClr val="8BA5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/>
    <p:restoredTop sz="94725"/>
  </p:normalViewPr>
  <p:slideViewPr>
    <p:cSldViewPr snapToGrid="0">
      <p:cViewPr varScale="1">
        <p:scale>
          <a:sx n="233" d="100"/>
          <a:sy n="233" d="100"/>
        </p:scale>
        <p:origin x="208" y="2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CEE9B-BF2B-DB41-AEE4-5ABA9299869A}" type="datetimeFigureOut">
              <a:rPr lang="en-US" smtClean="0"/>
              <a:t>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0" y="1143000"/>
            <a:ext cx="308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D892-019C-304C-830F-299CAA05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1pPr>
    <a:lvl2pPr marL="307238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2pPr>
    <a:lvl3pPr marL="61447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3pPr>
    <a:lvl4pPr marL="921715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4pPr>
    <a:lvl5pPr marL="1228954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5pPr>
    <a:lvl6pPr marL="1536192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6pPr>
    <a:lvl7pPr marL="1843430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7pPr>
    <a:lvl8pPr marL="2150669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8pPr>
    <a:lvl9pPr marL="2457907" algn="l" defTabSz="614477" rtl="0" eaLnBrk="1" latinLnBrk="0" hangingPunct="1">
      <a:defRPr sz="8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49648"/>
            <a:ext cx="6858000" cy="318347"/>
          </a:xfrm>
        </p:spPr>
        <p:txBody>
          <a:bodyPr anchor="b"/>
          <a:lstStyle>
            <a:lvl1pPr algn="ctr"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80272"/>
            <a:ext cx="6858000" cy="220768"/>
          </a:xfrm>
        </p:spPr>
        <p:txBody>
          <a:bodyPr/>
          <a:lstStyle>
            <a:lvl1pPr marL="0" indent="0" algn="ctr">
              <a:buNone/>
              <a:defRPr sz="320"/>
            </a:lvl1pPr>
            <a:lvl2pPr marL="60945" indent="0" algn="ctr">
              <a:buNone/>
              <a:defRPr sz="267"/>
            </a:lvl2pPr>
            <a:lvl3pPr marL="121890" indent="0" algn="ctr">
              <a:buNone/>
              <a:defRPr sz="240"/>
            </a:lvl3pPr>
            <a:lvl4pPr marL="182834" indent="0" algn="ctr">
              <a:buNone/>
              <a:defRPr sz="213"/>
            </a:lvl4pPr>
            <a:lvl5pPr marL="243779" indent="0" algn="ctr">
              <a:buNone/>
              <a:defRPr sz="213"/>
            </a:lvl5pPr>
            <a:lvl6pPr marL="304724" indent="0" algn="ctr">
              <a:buNone/>
              <a:defRPr sz="213"/>
            </a:lvl6pPr>
            <a:lvl7pPr marL="365669" indent="0" algn="ctr">
              <a:buNone/>
              <a:defRPr sz="213"/>
            </a:lvl7pPr>
            <a:lvl8pPr marL="426613" indent="0" algn="ctr">
              <a:buNone/>
              <a:defRPr sz="213"/>
            </a:lvl8pPr>
            <a:lvl9pPr marL="487558" indent="0" algn="ctr">
              <a:buNone/>
              <a:defRPr sz="21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663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3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227965"/>
            <a:ext cx="7886700" cy="380365"/>
          </a:xfrm>
        </p:spPr>
        <p:txBody>
          <a:bodyPr anchor="b"/>
          <a:lstStyle>
            <a:lvl1pPr>
              <a:defRPr sz="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611928"/>
            <a:ext cx="7886700" cy="200025"/>
          </a:xfrm>
        </p:spPr>
        <p:txBody>
          <a:bodyPr/>
          <a:lstStyle>
            <a:lvl1pPr marL="0" indent="0">
              <a:buNone/>
              <a:defRPr sz="320">
                <a:solidFill>
                  <a:schemeClr val="tx1">
                    <a:tint val="75000"/>
                  </a:schemeClr>
                </a:solidFill>
              </a:defRPr>
            </a:lvl1pPr>
            <a:lvl2pPr marL="60945" indent="0">
              <a:buNone/>
              <a:defRPr sz="267">
                <a:solidFill>
                  <a:schemeClr val="tx1">
                    <a:tint val="75000"/>
                  </a:schemeClr>
                </a:solidFill>
              </a:defRPr>
            </a:lvl2pPr>
            <a:lvl3pPr marL="121890" indent="0">
              <a:buNone/>
              <a:defRPr sz="240">
                <a:solidFill>
                  <a:schemeClr val="tx1">
                    <a:tint val="75000"/>
                  </a:schemeClr>
                </a:solidFill>
              </a:defRPr>
            </a:lvl3pPr>
            <a:lvl4pPr marL="18283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4pPr>
            <a:lvl5pPr marL="24377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5pPr>
            <a:lvl6pPr marL="304724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6pPr>
            <a:lvl7pPr marL="365669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7pPr>
            <a:lvl8pPr marL="426613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8pPr>
            <a:lvl9pPr marL="487558" indent="0">
              <a:buNone/>
              <a:defRPr sz="2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269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7"/>
            <a:ext cx="3886200" cy="5801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9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"/>
            <a:ext cx="7886700" cy="1767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"/>
            <a:ext cx="3868340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"/>
            <a:ext cx="3868340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224155"/>
            <a:ext cx="3887391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34010"/>
            <a:ext cx="3887391" cy="491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76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256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98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7"/>
            <a:ext cx="4629150" cy="649817"/>
          </a:xfrm>
        </p:spPr>
        <p:txBody>
          <a:bodyPr/>
          <a:lstStyle>
            <a:lvl1pPr>
              <a:defRPr sz="427"/>
            </a:lvl1pPr>
            <a:lvl2pPr>
              <a:defRPr sz="373"/>
            </a:lvl2pPr>
            <a:lvl3pPr>
              <a:defRPr sz="320"/>
            </a:lvl3pPr>
            <a:lvl4pPr>
              <a:defRPr sz="267"/>
            </a:lvl4pPr>
            <a:lvl5pPr>
              <a:defRPr sz="267"/>
            </a:lvl5pPr>
            <a:lvl6pPr>
              <a:defRPr sz="267"/>
            </a:lvl6pPr>
            <a:lvl7pPr>
              <a:defRPr sz="267"/>
            </a:lvl7pPr>
            <a:lvl8pPr>
              <a:defRPr sz="267"/>
            </a:lvl8pPr>
            <a:lvl9pPr>
              <a:defRPr sz="2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165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"/>
            <a:ext cx="2949178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7"/>
            <a:ext cx="4629150" cy="649817"/>
          </a:xfrm>
        </p:spPr>
        <p:txBody>
          <a:bodyPr anchor="t"/>
          <a:lstStyle>
            <a:lvl1pPr marL="0" indent="0">
              <a:buNone/>
              <a:defRPr sz="427"/>
            </a:lvl1pPr>
            <a:lvl2pPr marL="60945" indent="0">
              <a:buNone/>
              <a:defRPr sz="373"/>
            </a:lvl2pPr>
            <a:lvl3pPr marL="121890" indent="0">
              <a:buNone/>
              <a:defRPr sz="320"/>
            </a:lvl3pPr>
            <a:lvl4pPr marL="182834" indent="0">
              <a:buNone/>
              <a:defRPr sz="267"/>
            </a:lvl4pPr>
            <a:lvl5pPr marL="243779" indent="0">
              <a:buNone/>
              <a:defRPr sz="267"/>
            </a:lvl5pPr>
            <a:lvl6pPr marL="304724" indent="0">
              <a:buNone/>
              <a:defRPr sz="267"/>
            </a:lvl6pPr>
            <a:lvl7pPr marL="365669" indent="0">
              <a:buNone/>
              <a:defRPr sz="267"/>
            </a:lvl7pPr>
            <a:lvl8pPr marL="426613" indent="0">
              <a:buNone/>
              <a:defRPr sz="267"/>
            </a:lvl8pPr>
            <a:lvl9pPr marL="487558" indent="0">
              <a:buNone/>
              <a:defRPr sz="2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"/>
            <a:ext cx="2949178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976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902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8683"/>
            <a:ext cx="1971675" cy="7749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8683"/>
            <a:ext cx="5800725" cy="7749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675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"/>
            <a:ext cx="7886700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7"/>
            <a:ext cx="7886700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55732-6528-B243-8582-5E1C83D6385F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4"/>
            <a:ext cx="30861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4"/>
            <a:ext cx="2057400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7DB923-3902-2D4C-900A-8DD38057C8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10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21890" rtl="0" eaLnBrk="1" latinLnBrk="0" hangingPunct="1">
        <a:lnSpc>
          <a:spcPct val="90000"/>
        </a:lnSpc>
        <a:spcBef>
          <a:spcPct val="0"/>
        </a:spcBef>
        <a:buNone/>
        <a:defRPr sz="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2" indent="-30472" algn="l" defTabSz="12189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373" kern="1200">
          <a:solidFill>
            <a:schemeClr val="tx1"/>
          </a:solidFill>
          <a:latin typeface="+mn-lt"/>
          <a:ea typeface="+mn-ea"/>
          <a:cs typeface="+mn-cs"/>
        </a:defRPr>
      </a:lvl1pPr>
      <a:lvl2pPr marL="9141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320" kern="1200">
          <a:solidFill>
            <a:schemeClr val="tx1"/>
          </a:solidFill>
          <a:latin typeface="+mn-lt"/>
          <a:ea typeface="+mn-ea"/>
          <a:cs typeface="+mn-cs"/>
        </a:defRPr>
      </a:lvl2pPr>
      <a:lvl3pPr marL="152362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0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9614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1pPr>
      <a:lvl2pPr marL="60945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52B60D4-5859-C661-0388-DD0767B813D7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0101A5-933F-9DAC-2199-34812929D1B6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DF9EEF2-CA3B-6BA9-4738-CB8B524BFD3C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1324B3-F0C8-509F-F963-6EDC5D07D8C6}"/>
              </a:ext>
            </a:extLst>
          </p:cNvPr>
          <p:cNvSpPr>
            <a:spLocks noChangeAspect="1"/>
          </p:cNvSpPr>
          <p:nvPr/>
        </p:nvSpPr>
        <p:spPr>
          <a:xfrm>
            <a:off x="3394780" y="228600"/>
            <a:ext cx="457200" cy="457200"/>
          </a:xfrm>
          <a:prstGeom prst="ellipse">
            <a:avLst/>
          </a:prstGeom>
          <a:solidFill>
            <a:srgbClr val="8EBB6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F0A257-6881-2D81-6340-3BC4F1F39A18}"/>
              </a:ext>
            </a:extLst>
          </p:cNvPr>
          <p:cNvSpPr>
            <a:spLocks noChangeAspect="1"/>
          </p:cNvSpPr>
          <p:nvPr/>
        </p:nvSpPr>
        <p:spPr>
          <a:xfrm>
            <a:off x="4027193" y="228600"/>
            <a:ext cx="457200" cy="457200"/>
          </a:xfrm>
          <a:prstGeom prst="ellipse">
            <a:avLst/>
          </a:prstGeom>
          <a:solidFill>
            <a:srgbClr val="8EBB6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9EF128-1B27-212D-F1F2-2014F51A17D1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F70347-6CE9-BBBB-0AF8-AB3A56584DEB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7C7847-7F27-8DF9-23E8-F393BD883349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A24C665-D135-20FA-4439-90CC7C61BB26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E515BF-83A5-B6D0-49E0-E96D02BE8EF1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02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893AA-EDCE-6917-2A2A-A6BF18D02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E91083-D0D7-7C70-62E7-C3F3C5EDE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3" y="215900"/>
            <a:ext cx="469900" cy="482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809FF8-A505-E160-79DE-41AFA6D9E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780" y="215900"/>
            <a:ext cx="469900" cy="4826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703DE418-CBE7-B5A1-22A5-E49D4363808F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92189C-6770-B099-C04E-7EAE3BFC49A8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D0347E-BB33-C30D-D653-3F3A7B76DABB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9A2DC48-EE2C-1943-DE03-42B4C977B9D9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9811543-34B4-AC3F-F524-0339F3F285D0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90C5A1C-9DE1-D066-8C9C-9FE0F77DD25C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976BF1B-FC2E-4691-B09F-FFDAF26D62E3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FD830F1-9380-5D2F-9160-66013A1F93D1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78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18FC1-E9B0-5537-ADCA-F1FCD0E47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10B9CBAD-E246-186A-82C7-2A7166B37724}"/>
              </a:ext>
            </a:extLst>
          </p:cNvPr>
          <p:cNvSpPr>
            <a:spLocks noChangeAspect="1"/>
          </p:cNvSpPr>
          <p:nvPr/>
        </p:nvSpPr>
        <p:spPr>
          <a:xfrm>
            <a:off x="5924431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377DAFA-8758-035A-513A-07D8B9CF1244}"/>
              </a:ext>
            </a:extLst>
          </p:cNvPr>
          <p:cNvSpPr>
            <a:spLocks noChangeAspect="1"/>
          </p:cNvSpPr>
          <p:nvPr/>
        </p:nvSpPr>
        <p:spPr>
          <a:xfrm>
            <a:off x="6556844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9955EF0-E199-CFF8-1071-B7D1BCB3C43F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FB6800-24DE-FA46-7A27-6155C39BD906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F62C9B4-6B80-5114-3AC9-CC62240A57C1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D17ECF-7B48-8A61-613B-290CAE74AFD6}"/>
              </a:ext>
            </a:extLst>
          </p:cNvPr>
          <p:cNvSpPr>
            <a:spLocks noChangeAspect="1"/>
          </p:cNvSpPr>
          <p:nvPr/>
        </p:nvSpPr>
        <p:spPr>
          <a:xfrm>
            <a:off x="3394780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3DDA213-83B3-AB90-5A9D-1FF95CA3CC55}"/>
              </a:ext>
            </a:extLst>
          </p:cNvPr>
          <p:cNvSpPr>
            <a:spLocks noChangeAspect="1"/>
          </p:cNvSpPr>
          <p:nvPr/>
        </p:nvSpPr>
        <p:spPr>
          <a:xfrm>
            <a:off x="4027193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E8C9A8-B388-66A9-6605-8A67C78A3EDC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6926976-5891-AFBB-6810-C9439959DB91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E2BC2D2-6506-3C64-DE06-C510CE5CD963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33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A15A9-46AF-C444-D983-1FBA0E6E3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994901E-1F82-000E-4537-0B7D300BF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843" y="215900"/>
            <a:ext cx="469900" cy="48260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4C73B5F-49AC-4ABA-E30A-20B1E68F422B}"/>
              </a:ext>
            </a:extLst>
          </p:cNvPr>
          <p:cNvSpPr>
            <a:spLocks noChangeAspect="1"/>
          </p:cNvSpPr>
          <p:nvPr/>
        </p:nvSpPr>
        <p:spPr>
          <a:xfrm>
            <a:off x="3394779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9D4F90A-DA99-D3FE-ED25-985DDF60E899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C605D0A-4CDA-B53C-F2BF-D845A54A7BC1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3BD11E1-2184-3B3C-E18B-3D880D4C705B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91A194-3212-F8A4-0CA7-4F03874D1508}"/>
              </a:ext>
            </a:extLst>
          </p:cNvPr>
          <p:cNvSpPr>
            <a:spLocks noChangeAspect="1"/>
          </p:cNvSpPr>
          <p:nvPr/>
        </p:nvSpPr>
        <p:spPr>
          <a:xfrm>
            <a:off x="466009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9F45C54-DD7E-C8B4-5252-D549DAE7E868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D6907F-E43C-4A80-0AE5-688B823867D3}"/>
              </a:ext>
            </a:extLst>
          </p:cNvPr>
          <p:cNvSpPr>
            <a:spLocks noChangeAspect="1"/>
          </p:cNvSpPr>
          <p:nvPr/>
        </p:nvSpPr>
        <p:spPr>
          <a:xfrm>
            <a:off x="6556846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36AC7B-3D84-3ABC-55C7-A0D4590B5C77}"/>
              </a:ext>
            </a:extLst>
          </p:cNvPr>
          <p:cNvSpPr>
            <a:spLocks noChangeAspect="1"/>
          </p:cNvSpPr>
          <p:nvPr/>
        </p:nvSpPr>
        <p:spPr>
          <a:xfrm>
            <a:off x="5924433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91C7881-D350-1754-4E7E-8DF6645C7131}"/>
              </a:ext>
            </a:extLst>
          </p:cNvPr>
          <p:cNvSpPr>
            <a:spLocks noChangeAspect="1"/>
          </p:cNvSpPr>
          <p:nvPr/>
        </p:nvSpPr>
        <p:spPr>
          <a:xfrm>
            <a:off x="529836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29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FF462-6D02-ABD8-D0F0-F6D66A08B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4668FD-4F71-6CC5-6CD4-0E63638C0EE0}"/>
              </a:ext>
            </a:extLst>
          </p:cNvPr>
          <p:cNvSpPr>
            <a:spLocks noChangeAspect="1"/>
          </p:cNvSpPr>
          <p:nvPr/>
        </p:nvSpPr>
        <p:spPr>
          <a:xfrm>
            <a:off x="7189258" y="229969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7EAADBF-EC0C-74D8-87C2-68A127CEA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3" y="215900"/>
            <a:ext cx="469900" cy="482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F3D737-C6CB-505A-E68E-601109EBF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780" y="215900"/>
            <a:ext cx="469900" cy="4826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CAE959D-F221-53F0-3CE8-5CC2A733840B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1D186A7-05B9-6779-A193-9A0B698BA647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B5536C3-E99E-21BB-3909-2A971A399500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FCE81F4-3A2B-506D-7302-FEE14B771576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5F98B9-3190-CDD7-A5A6-4374FDEEF975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92DDD63-5FF6-7614-9303-1DD5F11CD790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6363076-DFAC-B84C-2529-468D426CDEFF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756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5EF0-E930-35D7-0CFB-244465FB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47900B81-F698-873B-5E47-423B8E56884D}"/>
              </a:ext>
            </a:extLst>
          </p:cNvPr>
          <p:cNvSpPr>
            <a:spLocks noChangeAspect="1"/>
          </p:cNvSpPr>
          <p:nvPr/>
        </p:nvSpPr>
        <p:spPr>
          <a:xfrm>
            <a:off x="4020843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0DB1858-50C9-FE22-81D9-D906AFEB31EC}"/>
              </a:ext>
            </a:extLst>
          </p:cNvPr>
          <p:cNvSpPr>
            <a:spLocks noChangeAspect="1"/>
          </p:cNvSpPr>
          <p:nvPr/>
        </p:nvSpPr>
        <p:spPr>
          <a:xfrm>
            <a:off x="3401130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E99F2E1-DAAA-F63E-5A3A-D7AE592921CD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9FC8C44-4630-3654-E59A-46F0E3BD55B2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F37E217-9081-6B09-F8BB-7985ACC5BC6E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2F8661-DAA4-8CA7-D8C5-0284829D501F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DF974F0-0A76-90E5-936D-EC6685A42F7C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B687CB-D635-F093-E185-316AA823416E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EF5889E-2F46-0276-89E2-E7FFA6302E4B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CAF534E-2DD4-AF86-18CA-DB514213C572}"/>
              </a:ext>
            </a:extLst>
          </p:cNvPr>
          <p:cNvSpPr>
            <a:spLocks noChangeAspect="1"/>
          </p:cNvSpPr>
          <p:nvPr/>
        </p:nvSpPr>
        <p:spPr>
          <a:xfrm>
            <a:off x="7189259" y="228600"/>
            <a:ext cx="457200" cy="457200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831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E06E-D6F6-5C27-5608-95C666B9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52CB5852-35FC-20C4-F726-823EED5BA2C7}"/>
              </a:ext>
            </a:extLst>
          </p:cNvPr>
          <p:cNvSpPr>
            <a:spLocks noChangeAspect="1"/>
          </p:cNvSpPr>
          <p:nvPr/>
        </p:nvSpPr>
        <p:spPr>
          <a:xfrm>
            <a:off x="4020843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F74B10-78EC-A66D-AE9C-60272977D869}"/>
              </a:ext>
            </a:extLst>
          </p:cNvPr>
          <p:cNvSpPr>
            <a:spLocks noChangeAspect="1"/>
          </p:cNvSpPr>
          <p:nvPr/>
        </p:nvSpPr>
        <p:spPr>
          <a:xfrm>
            <a:off x="3401130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10A3F45-B014-1546-4156-3DCB266AE32F}"/>
              </a:ext>
            </a:extLst>
          </p:cNvPr>
          <p:cNvSpPr>
            <a:spLocks noChangeAspect="1"/>
          </p:cNvSpPr>
          <p:nvPr/>
        </p:nvSpPr>
        <p:spPr>
          <a:xfrm>
            <a:off x="7189258" y="229969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7586966-4C39-E61C-C239-2BE412461625}"/>
              </a:ext>
            </a:extLst>
          </p:cNvPr>
          <p:cNvSpPr>
            <a:spLocks noChangeAspect="1"/>
          </p:cNvSpPr>
          <p:nvPr/>
        </p:nvSpPr>
        <p:spPr>
          <a:xfrm>
            <a:off x="1497541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446A577-E563-6CE6-247F-77BE6A0CB5BB}"/>
              </a:ext>
            </a:extLst>
          </p:cNvPr>
          <p:cNvSpPr>
            <a:spLocks noChangeAspect="1"/>
          </p:cNvSpPr>
          <p:nvPr/>
        </p:nvSpPr>
        <p:spPr>
          <a:xfrm>
            <a:off x="2129954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BD50B31-9C42-646C-5186-6E9A97EB28E8}"/>
              </a:ext>
            </a:extLst>
          </p:cNvPr>
          <p:cNvSpPr>
            <a:spLocks noChangeAspect="1"/>
          </p:cNvSpPr>
          <p:nvPr/>
        </p:nvSpPr>
        <p:spPr>
          <a:xfrm>
            <a:off x="2762367" y="22860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141567D-7CFB-4DA0-5872-7745B17A64FA}"/>
              </a:ext>
            </a:extLst>
          </p:cNvPr>
          <p:cNvSpPr>
            <a:spLocks noChangeAspect="1"/>
          </p:cNvSpPr>
          <p:nvPr/>
        </p:nvSpPr>
        <p:spPr>
          <a:xfrm>
            <a:off x="4659606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C2EAFF2-238D-CA44-FB51-A151D0A8A635}"/>
              </a:ext>
            </a:extLst>
          </p:cNvPr>
          <p:cNvSpPr>
            <a:spLocks noChangeAspect="1"/>
          </p:cNvSpPr>
          <p:nvPr/>
        </p:nvSpPr>
        <p:spPr>
          <a:xfrm>
            <a:off x="5292019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8FD4A6-FE42-F0ED-6E77-373AC3F6297D}"/>
              </a:ext>
            </a:extLst>
          </p:cNvPr>
          <p:cNvSpPr>
            <a:spLocks noChangeAspect="1"/>
          </p:cNvSpPr>
          <p:nvPr/>
        </p:nvSpPr>
        <p:spPr>
          <a:xfrm>
            <a:off x="5924432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778A5BF-7EA8-E792-B738-D2AEE9C93F08}"/>
              </a:ext>
            </a:extLst>
          </p:cNvPr>
          <p:cNvSpPr>
            <a:spLocks noChangeAspect="1"/>
          </p:cNvSpPr>
          <p:nvPr/>
        </p:nvSpPr>
        <p:spPr>
          <a:xfrm>
            <a:off x="6556845" y="22860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984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272BED-4FCA-3E41-A658-640490D58BED}">
  <we:reference id="wa200004052" version="1.0.0.2" store="en-US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2941</TotalTime>
  <Words>0</Words>
  <Application>Microsoft Macintosh PowerPoint</Application>
  <PresentationFormat>Custom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Marcora, Edoardo</dc:creator>
  <cp:lastModifiedBy>Marcora, Edoardo</cp:lastModifiedBy>
  <cp:revision>343</cp:revision>
  <dcterms:created xsi:type="dcterms:W3CDTF">2023-11-12T17:13:15Z</dcterms:created>
  <dcterms:modified xsi:type="dcterms:W3CDTF">2025-02-12T22:27:36Z</dcterms:modified>
</cp:coreProperties>
</file>
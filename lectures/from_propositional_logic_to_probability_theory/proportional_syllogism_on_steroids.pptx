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4"/>
  </p:notesMasterIdLst>
  <p:sldIdLst>
    <p:sldId id="341" r:id="rId2"/>
    <p:sldId id="342" r:id="rId3"/>
  </p:sldIdLst>
  <p:sldSz cx="9144000" cy="914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BB6F"/>
    <a:srgbClr val="F3CED0"/>
    <a:srgbClr val="FF40FF"/>
    <a:srgbClr val="C00000"/>
    <a:srgbClr val="4472C5"/>
    <a:srgbClr val="8FAADC"/>
    <a:srgbClr val="5585AF"/>
    <a:srgbClr val="5685AF"/>
    <a:srgbClr val="6D8FCD"/>
    <a:srgbClr val="8BA5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2"/>
    <p:restoredTop sz="94725"/>
  </p:normalViewPr>
  <p:slideViewPr>
    <p:cSldViewPr snapToGrid="0">
      <p:cViewPr varScale="1">
        <p:scale>
          <a:sx n="228" d="100"/>
          <a:sy n="228" d="100"/>
        </p:scale>
        <p:origin x="176" y="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CEE9B-BF2B-DB41-AEE4-5ABA9299869A}" type="datetimeFigureOut">
              <a:rPr lang="en-US" smtClean="0"/>
              <a:t>2/11/25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001500" y="1143000"/>
            <a:ext cx="308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D892-019C-304C-830F-299CAA05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3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1pPr>
    <a:lvl2pPr marL="307238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2pPr>
    <a:lvl3pPr marL="614477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3pPr>
    <a:lvl4pPr marL="921715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4pPr>
    <a:lvl5pPr marL="1228954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5pPr>
    <a:lvl6pPr marL="1536192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6pPr>
    <a:lvl7pPr marL="1843430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7pPr>
    <a:lvl8pPr marL="2150669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8pPr>
    <a:lvl9pPr marL="2457907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49648"/>
            <a:ext cx="6858000" cy="318347"/>
          </a:xfrm>
        </p:spPr>
        <p:txBody>
          <a:bodyPr anchor="b"/>
          <a:lstStyle>
            <a:lvl1pPr algn="ctr">
              <a:defRPr sz="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480272"/>
            <a:ext cx="6858000" cy="220768"/>
          </a:xfrm>
        </p:spPr>
        <p:txBody>
          <a:bodyPr/>
          <a:lstStyle>
            <a:lvl1pPr marL="0" indent="0" algn="ctr">
              <a:buNone/>
              <a:defRPr sz="320"/>
            </a:lvl1pPr>
            <a:lvl2pPr marL="60945" indent="0" algn="ctr">
              <a:buNone/>
              <a:defRPr sz="267"/>
            </a:lvl2pPr>
            <a:lvl3pPr marL="121890" indent="0" algn="ctr">
              <a:buNone/>
              <a:defRPr sz="240"/>
            </a:lvl3pPr>
            <a:lvl4pPr marL="182834" indent="0" algn="ctr">
              <a:buNone/>
              <a:defRPr sz="213"/>
            </a:lvl4pPr>
            <a:lvl5pPr marL="243779" indent="0" algn="ctr">
              <a:buNone/>
              <a:defRPr sz="213"/>
            </a:lvl5pPr>
            <a:lvl6pPr marL="304724" indent="0" algn="ctr">
              <a:buNone/>
              <a:defRPr sz="213"/>
            </a:lvl6pPr>
            <a:lvl7pPr marL="365669" indent="0" algn="ctr">
              <a:buNone/>
              <a:defRPr sz="213"/>
            </a:lvl7pPr>
            <a:lvl8pPr marL="426613" indent="0" algn="ctr">
              <a:buNone/>
              <a:defRPr sz="213"/>
            </a:lvl8pPr>
            <a:lvl9pPr marL="487558" indent="0" algn="ctr">
              <a:buNone/>
              <a:defRPr sz="21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306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445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227965"/>
            <a:ext cx="7886700" cy="380365"/>
          </a:xfrm>
        </p:spPr>
        <p:txBody>
          <a:bodyPr anchor="b"/>
          <a:lstStyle>
            <a:lvl1pPr>
              <a:defRPr sz="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611928"/>
            <a:ext cx="7886700" cy="200025"/>
          </a:xfrm>
        </p:spPr>
        <p:txBody>
          <a:bodyPr/>
          <a:lstStyle>
            <a:lvl1pPr marL="0" indent="0">
              <a:buNone/>
              <a:defRPr sz="320">
                <a:solidFill>
                  <a:schemeClr val="tx1">
                    <a:tint val="75000"/>
                  </a:schemeClr>
                </a:solidFill>
              </a:defRPr>
            </a:lvl1pPr>
            <a:lvl2pPr marL="60945" indent="0">
              <a:buNone/>
              <a:defRPr sz="267">
                <a:solidFill>
                  <a:schemeClr val="tx1">
                    <a:tint val="75000"/>
                  </a:schemeClr>
                </a:solidFill>
              </a:defRPr>
            </a:lvl2pPr>
            <a:lvl3pPr marL="121890" indent="0">
              <a:buNone/>
              <a:defRPr sz="240">
                <a:solidFill>
                  <a:schemeClr val="tx1">
                    <a:tint val="75000"/>
                  </a:schemeClr>
                </a:solidFill>
              </a:defRPr>
            </a:lvl3pPr>
            <a:lvl4pPr marL="182834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4pPr>
            <a:lvl5pPr marL="243779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5pPr>
            <a:lvl6pPr marL="304724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6pPr>
            <a:lvl7pPr marL="365669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7pPr>
            <a:lvl8pPr marL="426613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8pPr>
            <a:lvl9pPr marL="487558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620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7"/>
            <a:ext cx="3886200" cy="5801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7"/>
            <a:ext cx="3886200" cy="5801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01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"/>
            <a:ext cx="7886700" cy="17674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"/>
            <a:ext cx="3868340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"/>
            <a:ext cx="3868340" cy="491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224155"/>
            <a:ext cx="3887391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34010"/>
            <a:ext cx="3887391" cy="491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996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45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34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"/>
            <a:ext cx="2949178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7"/>
            <a:ext cx="4629150" cy="649817"/>
          </a:xfrm>
        </p:spPr>
        <p:txBody>
          <a:bodyPr/>
          <a:lstStyle>
            <a:lvl1pPr>
              <a:defRPr sz="427"/>
            </a:lvl1pPr>
            <a:lvl2pPr>
              <a:defRPr sz="373"/>
            </a:lvl2pPr>
            <a:lvl3pPr>
              <a:defRPr sz="320"/>
            </a:lvl3pPr>
            <a:lvl4pPr>
              <a:defRPr sz="267"/>
            </a:lvl4pPr>
            <a:lvl5pPr>
              <a:defRPr sz="267"/>
            </a:lvl5pPr>
            <a:lvl6pPr>
              <a:defRPr sz="267"/>
            </a:lvl6pPr>
            <a:lvl7pPr>
              <a:defRPr sz="267"/>
            </a:lvl7pPr>
            <a:lvl8pPr>
              <a:defRPr sz="267"/>
            </a:lvl8pPr>
            <a:lvl9pPr>
              <a:defRPr sz="2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"/>
            <a:ext cx="2949178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867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"/>
            <a:ext cx="2949178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7"/>
            <a:ext cx="4629150" cy="649817"/>
          </a:xfrm>
        </p:spPr>
        <p:txBody>
          <a:bodyPr anchor="t"/>
          <a:lstStyle>
            <a:lvl1pPr marL="0" indent="0">
              <a:buNone/>
              <a:defRPr sz="427"/>
            </a:lvl1pPr>
            <a:lvl2pPr marL="60945" indent="0">
              <a:buNone/>
              <a:defRPr sz="373"/>
            </a:lvl2pPr>
            <a:lvl3pPr marL="121890" indent="0">
              <a:buNone/>
              <a:defRPr sz="320"/>
            </a:lvl3pPr>
            <a:lvl4pPr marL="182834" indent="0">
              <a:buNone/>
              <a:defRPr sz="267"/>
            </a:lvl4pPr>
            <a:lvl5pPr marL="243779" indent="0">
              <a:buNone/>
              <a:defRPr sz="267"/>
            </a:lvl5pPr>
            <a:lvl6pPr marL="304724" indent="0">
              <a:buNone/>
              <a:defRPr sz="267"/>
            </a:lvl6pPr>
            <a:lvl7pPr marL="365669" indent="0">
              <a:buNone/>
              <a:defRPr sz="267"/>
            </a:lvl7pPr>
            <a:lvl8pPr marL="426613" indent="0">
              <a:buNone/>
              <a:defRPr sz="267"/>
            </a:lvl8pPr>
            <a:lvl9pPr marL="487558" indent="0">
              <a:buNone/>
              <a:defRPr sz="2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"/>
            <a:ext cx="2949178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07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258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8683"/>
            <a:ext cx="1971675" cy="7749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8683"/>
            <a:ext cx="5800725" cy="7749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531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"/>
            <a:ext cx="7886700" cy="1767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7"/>
            <a:ext cx="7886700" cy="580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4"/>
            <a:ext cx="205740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E55732-6528-B243-8582-5E1C83D6385F}" type="datetimeFigureOut">
              <a:rPr lang="en-US" smtClean="0"/>
              <a:t>2/11/25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4"/>
            <a:ext cx="308610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4"/>
            <a:ext cx="205740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56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1890" rtl="0" eaLnBrk="1" latinLnBrk="0" hangingPunct="1">
        <a:lnSpc>
          <a:spcPct val="90000"/>
        </a:lnSpc>
        <a:spcBef>
          <a:spcPct val="0"/>
        </a:spcBef>
        <a:buNone/>
        <a:defRPr sz="5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2" indent="-30472" algn="l" defTabSz="12189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373" kern="1200">
          <a:solidFill>
            <a:schemeClr val="tx1"/>
          </a:solidFill>
          <a:latin typeface="+mn-lt"/>
          <a:ea typeface="+mn-ea"/>
          <a:cs typeface="+mn-cs"/>
        </a:defRPr>
      </a:lvl1pPr>
      <a:lvl2pPr marL="9141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320" kern="1200">
          <a:solidFill>
            <a:schemeClr val="tx1"/>
          </a:solidFill>
          <a:latin typeface="+mn-lt"/>
          <a:ea typeface="+mn-ea"/>
          <a:cs typeface="+mn-cs"/>
        </a:defRPr>
      </a:lvl2pPr>
      <a:lvl3pPr marL="152362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0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9614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5708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1pPr>
      <a:lvl2pPr marL="60945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0472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6566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8AB2E877-D303-D77D-82EE-14E55D296B69}"/>
              </a:ext>
            </a:extLst>
          </p:cNvPr>
          <p:cNvGrpSpPr/>
          <p:nvPr/>
        </p:nvGrpSpPr>
        <p:grpSpPr>
          <a:xfrm>
            <a:off x="1497541" y="228600"/>
            <a:ext cx="6148918" cy="457200"/>
            <a:chOff x="302004" y="209723"/>
            <a:chExt cx="6148918" cy="4572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E52B60D4-5859-C661-0388-DD0767B813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2004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00101A5-933F-9DAC-2199-34812929D1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34417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DF9EEF2-CA3B-6BA9-4738-CB8B524BFD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66830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91324B3-F0C8-509F-F963-6EDC5D07D8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99243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7F0A257-6881-2D81-6340-3BC4F1F39A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31656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19EF128-1B27-212D-F1F2-2014F51A17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4069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FF70347-6CE9-BBBB-0AF8-AB3A56584D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96482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D7C7847-7F27-8DF9-23E8-F393BD8833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28895" y="209723"/>
              <a:ext cx="457200" cy="457200"/>
            </a:xfrm>
            <a:prstGeom prst="ellipse">
              <a:avLst/>
            </a:prstGeom>
            <a:solidFill>
              <a:srgbClr val="8EBB6F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A24C665-D135-20FA-4439-90CC7C61B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61308" y="209723"/>
              <a:ext cx="457200" cy="457200"/>
            </a:xfrm>
            <a:prstGeom prst="ellipse">
              <a:avLst/>
            </a:prstGeom>
            <a:solidFill>
              <a:srgbClr val="8EBB6F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6E515BF-83A5-B6D0-49E0-E96D02BE8E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3722" y="209723"/>
              <a:ext cx="457200" cy="457200"/>
            </a:xfrm>
            <a:prstGeom prst="ellips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81102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6DFBB-6B4A-7D10-11FA-F411E5F8B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EDA14D8-AB90-14F3-B711-721E334471DF}"/>
              </a:ext>
            </a:extLst>
          </p:cNvPr>
          <p:cNvGrpSpPr/>
          <p:nvPr/>
        </p:nvGrpSpPr>
        <p:grpSpPr>
          <a:xfrm>
            <a:off x="1497541" y="228600"/>
            <a:ext cx="6148918" cy="457200"/>
            <a:chOff x="302004" y="209723"/>
            <a:chExt cx="6148918" cy="4572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EA3F6C6-0470-DDD2-D5C0-278345834B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2004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4631069-FA1F-9B00-D8C2-86C1413A99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34417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96D1335-EBAE-4E8D-B13B-66FFD2DEB5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66830" y="209723"/>
              <a:ext cx="457200" cy="4572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EFB953F-3900-F459-30EE-859F58E1BC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99243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1EFD31E-1EC4-0BBC-8F36-3DAEED8E9C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31656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30CC340-B41A-C1BF-AA1A-C0A8249A96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4069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0CD2B94-2B55-4624-1745-C58A42C058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96482" y="209723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0F1CB95-9BF4-A680-4312-13475DFD8B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28895" y="209723"/>
              <a:ext cx="457200" cy="457200"/>
            </a:xfrm>
            <a:prstGeom prst="ellips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9D94D4D-7E0C-4494-F341-FBE2131EB0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61308" y="209723"/>
              <a:ext cx="457200" cy="457200"/>
            </a:xfrm>
            <a:prstGeom prst="ellips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DDC0C14-AF90-0C50-A905-D7B722E7DB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3722" y="209723"/>
              <a:ext cx="457200" cy="457200"/>
            </a:xfrm>
            <a:prstGeom prst="ellips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343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272BED-4FCA-3E41-A658-640490D58BED}">
  <we:reference id="wa200004052" version="1.0.0.2" store="en-US" storeType="OMEX"/>
  <we:alternateReferences>
    <we:reference id="WA200004052" version="1.0.0.2" store="WA20000405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2684</TotalTime>
  <Words>0</Words>
  <Application>Microsoft Macintosh PowerPoint</Application>
  <PresentationFormat>Custom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Marcora, Edoardo</dc:creator>
  <cp:lastModifiedBy>Marcora, Edoardo</cp:lastModifiedBy>
  <cp:revision>327</cp:revision>
  <dcterms:created xsi:type="dcterms:W3CDTF">2023-11-12T17:13:15Z</dcterms:created>
  <dcterms:modified xsi:type="dcterms:W3CDTF">2025-02-11T15:54:46Z</dcterms:modified>
</cp:coreProperties>
</file>
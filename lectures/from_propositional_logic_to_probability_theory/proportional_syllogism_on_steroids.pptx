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5"/>
  </p:notesMasterIdLst>
  <p:sldIdLst>
    <p:sldId id="341" r:id="rId2"/>
    <p:sldId id="343" r:id="rId3"/>
    <p:sldId id="342" r:id="rId4"/>
  </p:sldIdLst>
  <p:sldSz cx="9144000" cy="914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EBB6F"/>
    <a:srgbClr val="F3CED0"/>
    <a:srgbClr val="FF40FF"/>
    <a:srgbClr val="C00000"/>
    <a:srgbClr val="4472C5"/>
    <a:srgbClr val="8FAADC"/>
    <a:srgbClr val="5585AF"/>
    <a:srgbClr val="5685AF"/>
    <a:srgbClr val="6D8FCD"/>
    <a:srgbClr val="8BA5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69"/>
    <p:restoredTop sz="94725"/>
  </p:normalViewPr>
  <p:slideViewPr>
    <p:cSldViewPr snapToGrid="0">
      <p:cViewPr varScale="1">
        <p:scale>
          <a:sx n="233" d="100"/>
          <a:sy n="233" d="100"/>
        </p:scale>
        <p:origin x="208" y="2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CEE9B-BF2B-DB41-AEE4-5ABA9299869A}" type="datetimeFigureOut">
              <a:rPr lang="en-US" smtClean="0"/>
              <a:t>2/11/25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001500" y="1143000"/>
            <a:ext cx="30861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5AD892-019C-304C-830F-299CAA05A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134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1pPr>
    <a:lvl2pPr marL="307238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2pPr>
    <a:lvl3pPr marL="614477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3pPr>
    <a:lvl4pPr marL="921715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4pPr>
    <a:lvl5pPr marL="1228954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5pPr>
    <a:lvl6pPr marL="1536192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6pPr>
    <a:lvl7pPr marL="1843430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7pPr>
    <a:lvl8pPr marL="2150669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8pPr>
    <a:lvl9pPr marL="2457907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49648"/>
            <a:ext cx="6858000" cy="318347"/>
          </a:xfrm>
        </p:spPr>
        <p:txBody>
          <a:bodyPr anchor="b"/>
          <a:lstStyle>
            <a:lvl1pPr algn="ctr">
              <a:defRPr sz="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480272"/>
            <a:ext cx="6858000" cy="220768"/>
          </a:xfrm>
        </p:spPr>
        <p:txBody>
          <a:bodyPr/>
          <a:lstStyle>
            <a:lvl1pPr marL="0" indent="0" algn="ctr">
              <a:buNone/>
              <a:defRPr sz="320"/>
            </a:lvl1pPr>
            <a:lvl2pPr marL="60945" indent="0" algn="ctr">
              <a:buNone/>
              <a:defRPr sz="267"/>
            </a:lvl2pPr>
            <a:lvl3pPr marL="121890" indent="0" algn="ctr">
              <a:buNone/>
              <a:defRPr sz="240"/>
            </a:lvl3pPr>
            <a:lvl4pPr marL="182834" indent="0" algn="ctr">
              <a:buNone/>
              <a:defRPr sz="213"/>
            </a:lvl4pPr>
            <a:lvl5pPr marL="243779" indent="0" algn="ctr">
              <a:buNone/>
              <a:defRPr sz="213"/>
            </a:lvl5pPr>
            <a:lvl6pPr marL="304724" indent="0" algn="ctr">
              <a:buNone/>
              <a:defRPr sz="213"/>
            </a:lvl6pPr>
            <a:lvl7pPr marL="365669" indent="0" algn="ctr">
              <a:buNone/>
              <a:defRPr sz="213"/>
            </a:lvl7pPr>
            <a:lvl8pPr marL="426613" indent="0" algn="ctr">
              <a:buNone/>
              <a:defRPr sz="213"/>
            </a:lvl8pPr>
            <a:lvl9pPr marL="487558" indent="0" algn="ctr">
              <a:buNone/>
              <a:defRPr sz="21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306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445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7" y="227965"/>
            <a:ext cx="7886700" cy="380365"/>
          </a:xfrm>
        </p:spPr>
        <p:txBody>
          <a:bodyPr anchor="b"/>
          <a:lstStyle>
            <a:lvl1pPr>
              <a:defRPr sz="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7" y="611928"/>
            <a:ext cx="7886700" cy="200025"/>
          </a:xfrm>
        </p:spPr>
        <p:txBody>
          <a:bodyPr/>
          <a:lstStyle>
            <a:lvl1pPr marL="0" indent="0">
              <a:buNone/>
              <a:defRPr sz="320">
                <a:solidFill>
                  <a:schemeClr val="tx1">
                    <a:tint val="75000"/>
                  </a:schemeClr>
                </a:solidFill>
              </a:defRPr>
            </a:lvl1pPr>
            <a:lvl2pPr marL="60945" indent="0">
              <a:buNone/>
              <a:defRPr sz="267">
                <a:solidFill>
                  <a:schemeClr val="tx1">
                    <a:tint val="75000"/>
                  </a:schemeClr>
                </a:solidFill>
              </a:defRPr>
            </a:lvl2pPr>
            <a:lvl3pPr marL="121890" indent="0">
              <a:buNone/>
              <a:defRPr sz="240">
                <a:solidFill>
                  <a:schemeClr val="tx1">
                    <a:tint val="75000"/>
                  </a:schemeClr>
                </a:solidFill>
              </a:defRPr>
            </a:lvl3pPr>
            <a:lvl4pPr marL="182834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4pPr>
            <a:lvl5pPr marL="243779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5pPr>
            <a:lvl6pPr marL="304724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6pPr>
            <a:lvl7pPr marL="365669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7pPr>
            <a:lvl8pPr marL="426613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8pPr>
            <a:lvl9pPr marL="487558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620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243417"/>
            <a:ext cx="3886200" cy="5801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243417"/>
            <a:ext cx="3886200" cy="5801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001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8683"/>
            <a:ext cx="7886700" cy="17674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224155"/>
            <a:ext cx="3868340" cy="109855"/>
          </a:xfrm>
        </p:spPr>
        <p:txBody>
          <a:bodyPr anchor="b"/>
          <a:lstStyle>
            <a:lvl1pPr marL="0" indent="0">
              <a:buNone/>
              <a:defRPr sz="320" b="1"/>
            </a:lvl1pPr>
            <a:lvl2pPr marL="60945" indent="0">
              <a:buNone/>
              <a:defRPr sz="267" b="1"/>
            </a:lvl2pPr>
            <a:lvl3pPr marL="121890" indent="0">
              <a:buNone/>
              <a:defRPr sz="240" b="1"/>
            </a:lvl3pPr>
            <a:lvl4pPr marL="182834" indent="0">
              <a:buNone/>
              <a:defRPr sz="213" b="1"/>
            </a:lvl4pPr>
            <a:lvl5pPr marL="243779" indent="0">
              <a:buNone/>
              <a:defRPr sz="213" b="1"/>
            </a:lvl5pPr>
            <a:lvl6pPr marL="304724" indent="0">
              <a:buNone/>
              <a:defRPr sz="213" b="1"/>
            </a:lvl6pPr>
            <a:lvl7pPr marL="365669" indent="0">
              <a:buNone/>
              <a:defRPr sz="213" b="1"/>
            </a:lvl7pPr>
            <a:lvl8pPr marL="426613" indent="0">
              <a:buNone/>
              <a:defRPr sz="213" b="1"/>
            </a:lvl8pPr>
            <a:lvl9pPr marL="487558" indent="0">
              <a:buNone/>
              <a:defRPr sz="21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334010"/>
            <a:ext cx="3868340" cy="4912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224155"/>
            <a:ext cx="3887391" cy="109855"/>
          </a:xfrm>
        </p:spPr>
        <p:txBody>
          <a:bodyPr anchor="b"/>
          <a:lstStyle>
            <a:lvl1pPr marL="0" indent="0">
              <a:buNone/>
              <a:defRPr sz="320" b="1"/>
            </a:lvl1pPr>
            <a:lvl2pPr marL="60945" indent="0">
              <a:buNone/>
              <a:defRPr sz="267" b="1"/>
            </a:lvl2pPr>
            <a:lvl3pPr marL="121890" indent="0">
              <a:buNone/>
              <a:defRPr sz="240" b="1"/>
            </a:lvl3pPr>
            <a:lvl4pPr marL="182834" indent="0">
              <a:buNone/>
              <a:defRPr sz="213" b="1"/>
            </a:lvl4pPr>
            <a:lvl5pPr marL="243779" indent="0">
              <a:buNone/>
              <a:defRPr sz="213" b="1"/>
            </a:lvl5pPr>
            <a:lvl6pPr marL="304724" indent="0">
              <a:buNone/>
              <a:defRPr sz="213" b="1"/>
            </a:lvl6pPr>
            <a:lvl7pPr marL="365669" indent="0">
              <a:buNone/>
              <a:defRPr sz="213" b="1"/>
            </a:lvl7pPr>
            <a:lvl8pPr marL="426613" indent="0">
              <a:buNone/>
              <a:defRPr sz="213" b="1"/>
            </a:lvl8pPr>
            <a:lvl9pPr marL="487558" indent="0">
              <a:buNone/>
              <a:defRPr sz="21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34010"/>
            <a:ext cx="3887391" cy="4912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996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451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434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"/>
            <a:ext cx="2949178" cy="213360"/>
          </a:xfrm>
        </p:spPr>
        <p:txBody>
          <a:bodyPr anchor="b"/>
          <a:lstStyle>
            <a:lvl1pPr>
              <a:defRPr sz="4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31657"/>
            <a:ext cx="4629150" cy="649817"/>
          </a:xfrm>
        </p:spPr>
        <p:txBody>
          <a:bodyPr/>
          <a:lstStyle>
            <a:lvl1pPr>
              <a:defRPr sz="427"/>
            </a:lvl1pPr>
            <a:lvl2pPr>
              <a:defRPr sz="373"/>
            </a:lvl2pPr>
            <a:lvl3pPr>
              <a:defRPr sz="320"/>
            </a:lvl3pPr>
            <a:lvl4pPr>
              <a:defRPr sz="267"/>
            </a:lvl4pPr>
            <a:lvl5pPr>
              <a:defRPr sz="267"/>
            </a:lvl5pPr>
            <a:lvl6pPr>
              <a:defRPr sz="267"/>
            </a:lvl6pPr>
            <a:lvl7pPr>
              <a:defRPr sz="267"/>
            </a:lvl7pPr>
            <a:lvl8pPr>
              <a:defRPr sz="267"/>
            </a:lvl8pPr>
            <a:lvl9pPr>
              <a:defRPr sz="2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"/>
            <a:ext cx="2949178" cy="508212"/>
          </a:xfrm>
        </p:spPr>
        <p:txBody>
          <a:bodyPr/>
          <a:lstStyle>
            <a:lvl1pPr marL="0" indent="0">
              <a:buNone/>
              <a:defRPr sz="213"/>
            </a:lvl1pPr>
            <a:lvl2pPr marL="60945" indent="0">
              <a:buNone/>
              <a:defRPr sz="187"/>
            </a:lvl2pPr>
            <a:lvl3pPr marL="121890" indent="0">
              <a:buNone/>
              <a:defRPr sz="160"/>
            </a:lvl3pPr>
            <a:lvl4pPr marL="182834" indent="0">
              <a:buNone/>
              <a:defRPr sz="133"/>
            </a:lvl4pPr>
            <a:lvl5pPr marL="243779" indent="0">
              <a:buNone/>
              <a:defRPr sz="133"/>
            </a:lvl5pPr>
            <a:lvl6pPr marL="304724" indent="0">
              <a:buNone/>
              <a:defRPr sz="133"/>
            </a:lvl6pPr>
            <a:lvl7pPr marL="365669" indent="0">
              <a:buNone/>
              <a:defRPr sz="133"/>
            </a:lvl7pPr>
            <a:lvl8pPr marL="426613" indent="0">
              <a:buNone/>
              <a:defRPr sz="133"/>
            </a:lvl8pPr>
            <a:lvl9pPr marL="487558" indent="0">
              <a:buNone/>
              <a:defRPr sz="1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867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"/>
            <a:ext cx="2949178" cy="213360"/>
          </a:xfrm>
        </p:spPr>
        <p:txBody>
          <a:bodyPr anchor="b"/>
          <a:lstStyle>
            <a:lvl1pPr>
              <a:defRPr sz="4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31657"/>
            <a:ext cx="4629150" cy="649817"/>
          </a:xfrm>
        </p:spPr>
        <p:txBody>
          <a:bodyPr anchor="t"/>
          <a:lstStyle>
            <a:lvl1pPr marL="0" indent="0">
              <a:buNone/>
              <a:defRPr sz="427"/>
            </a:lvl1pPr>
            <a:lvl2pPr marL="60945" indent="0">
              <a:buNone/>
              <a:defRPr sz="373"/>
            </a:lvl2pPr>
            <a:lvl3pPr marL="121890" indent="0">
              <a:buNone/>
              <a:defRPr sz="320"/>
            </a:lvl3pPr>
            <a:lvl4pPr marL="182834" indent="0">
              <a:buNone/>
              <a:defRPr sz="267"/>
            </a:lvl4pPr>
            <a:lvl5pPr marL="243779" indent="0">
              <a:buNone/>
              <a:defRPr sz="267"/>
            </a:lvl5pPr>
            <a:lvl6pPr marL="304724" indent="0">
              <a:buNone/>
              <a:defRPr sz="267"/>
            </a:lvl6pPr>
            <a:lvl7pPr marL="365669" indent="0">
              <a:buNone/>
              <a:defRPr sz="267"/>
            </a:lvl7pPr>
            <a:lvl8pPr marL="426613" indent="0">
              <a:buNone/>
              <a:defRPr sz="267"/>
            </a:lvl8pPr>
            <a:lvl9pPr marL="487558" indent="0">
              <a:buNone/>
              <a:defRPr sz="2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"/>
            <a:ext cx="2949178" cy="508212"/>
          </a:xfrm>
        </p:spPr>
        <p:txBody>
          <a:bodyPr/>
          <a:lstStyle>
            <a:lvl1pPr marL="0" indent="0">
              <a:buNone/>
              <a:defRPr sz="213"/>
            </a:lvl1pPr>
            <a:lvl2pPr marL="60945" indent="0">
              <a:buNone/>
              <a:defRPr sz="187"/>
            </a:lvl2pPr>
            <a:lvl3pPr marL="121890" indent="0">
              <a:buNone/>
              <a:defRPr sz="160"/>
            </a:lvl3pPr>
            <a:lvl4pPr marL="182834" indent="0">
              <a:buNone/>
              <a:defRPr sz="133"/>
            </a:lvl4pPr>
            <a:lvl5pPr marL="243779" indent="0">
              <a:buNone/>
              <a:defRPr sz="133"/>
            </a:lvl5pPr>
            <a:lvl6pPr marL="304724" indent="0">
              <a:buNone/>
              <a:defRPr sz="133"/>
            </a:lvl6pPr>
            <a:lvl7pPr marL="365669" indent="0">
              <a:buNone/>
              <a:defRPr sz="133"/>
            </a:lvl7pPr>
            <a:lvl8pPr marL="426613" indent="0">
              <a:buNone/>
              <a:defRPr sz="133"/>
            </a:lvl8pPr>
            <a:lvl9pPr marL="487558" indent="0">
              <a:buNone/>
              <a:defRPr sz="1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07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2582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8683"/>
            <a:ext cx="1971675" cy="7749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8683"/>
            <a:ext cx="5800725" cy="7749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531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48683"/>
            <a:ext cx="7886700" cy="1767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43417"/>
            <a:ext cx="7886700" cy="5801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847514"/>
            <a:ext cx="2057400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847514"/>
            <a:ext cx="3086100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847514"/>
            <a:ext cx="2057400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560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21890" rtl="0" eaLnBrk="1" latinLnBrk="0" hangingPunct="1">
        <a:lnSpc>
          <a:spcPct val="90000"/>
        </a:lnSpc>
        <a:spcBef>
          <a:spcPct val="0"/>
        </a:spcBef>
        <a:buNone/>
        <a:defRPr sz="58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2" indent="-30472" algn="l" defTabSz="12189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373" kern="1200">
          <a:solidFill>
            <a:schemeClr val="tx1"/>
          </a:solidFill>
          <a:latin typeface="+mn-lt"/>
          <a:ea typeface="+mn-ea"/>
          <a:cs typeface="+mn-cs"/>
        </a:defRPr>
      </a:lvl1pPr>
      <a:lvl2pPr marL="91417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320" kern="1200">
          <a:solidFill>
            <a:schemeClr val="tx1"/>
          </a:solidFill>
          <a:latin typeface="+mn-lt"/>
          <a:ea typeface="+mn-ea"/>
          <a:cs typeface="+mn-cs"/>
        </a:defRPr>
      </a:lvl2pPr>
      <a:lvl3pPr marL="152362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07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4pPr>
      <a:lvl5pPr marL="274251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5pPr>
      <a:lvl6pPr marL="335196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6pPr>
      <a:lvl7pPr marL="396141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7pPr>
      <a:lvl8pPr marL="457086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8pPr>
      <a:lvl9pPr marL="518030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1pPr>
      <a:lvl2pPr marL="60945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0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3pPr>
      <a:lvl4pPr marL="182834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4pPr>
      <a:lvl5pPr marL="243779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5pPr>
      <a:lvl6pPr marL="304724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6pPr>
      <a:lvl7pPr marL="365669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7pPr>
      <a:lvl8pPr marL="426613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8pPr>
      <a:lvl9pPr marL="487558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8AB2E877-D303-D77D-82EE-14E55D296B69}"/>
              </a:ext>
            </a:extLst>
          </p:cNvPr>
          <p:cNvGrpSpPr/>
          <p:nvPr/>
        </p:nvGrpSpPr>
        <p:grpSpPr>
          <a:xfrm>
            <a:off x="1497541" y="228600"/>
            <a:ext cx="6148918" cy="457200"/>
            <a:chOff x="302004" y="209723"/>
            <a:chExt cx="6148918" cy="4572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E52B60D4-5859-C661-0388-DD0767B813D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2004" y="209723"/>
              <a:ext cx="457200" cy="4572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800101A5-933F-9DAC-2199-34812929D1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34417" y="209723"/>
              <a:ext cx="457200" cy="4572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BDF9EEF2-CA3B-6BA9-4738-CB8B524BFD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66830" y="209723"/>
              <a:ext cx="457200" cy="4572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091324B3-F0C8-509F-F963-6EDC5D07D8C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99243" y="209723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7F0A257-6881-2D81-6340-3BC4F1F39A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31656" y="209723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19EF128-1B27-212D-F1F2-2014F51A17D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64069" y="209723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FF70347-6CE9-BBBB-0AF8-AB3A56584DE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96482" y="209723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D7C7847-7F27-8DF9-23E8-F393BD8833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28895" y="209723"/>
              <a:ext cx="457200" cy="457200"/>
            </a:xfrm>
            <a:prstGeom prst="ellipse">
              <a:avLst/>
            </a:prstGeom>
            <a:solidFill>
              <a:srgbClr val="8EBB6F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A24C665-D135-20FA-4439-90CC7C61BB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61308" y="209723"/>
              <a:ext cx="457200" cy="457200"/>
            </a:xfrm>
            <a:prstGeom prst="ellipse">
              <a:avLst/>
            </a:prstGeom>
            <a:solidFill>
              <a:srgbClr val="8EBB6F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6E515BF-83A5-B6D0-49E0-E96D02BE8E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93722" y="209723"/>
              <a:ext cx="457200" cy="457200"/>
            </a:xfrm>
            <a:prstGeom prst="ellips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81102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6BE51-1AEE-8756-75D0-C2C2AAE6A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val 25">
            <a:extLst>
              <a:ext uri="{FF2B5EF4-FFF2-40B4-BE49-F238E27FC236}">
                <a16:creationId xmlns:a16="http://schemas.microsoft.com/office/drawing/2014/main" id="{D99E1143-0CD8-4697-C5F5-DC82255600C4}"/>
              </a:ext>
            </a:extLst>
          </p:cNvPr>
          <p:cNvSpPr>
            <a:spLocks noChangeAspect="1"/>
          </p:cNvSpPr>
          <p:nvPr/>
        </p:nvSpPr>
        <p:spPr>
          <a:xfrm>
            <a:off x="3398889" y="234616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693120E-51C3-A3E8-F892-C3F09D133238}"/>
              </a:ext>
            </a:extLst>
          </p:cNvPr>
          <p:cNvSpPr>
            <a:spLocks noChangeAspect="1"/>
          </p:cNvSpPr>
          <p:nvPr/>
        </p:nvSpPr>
        <p:spPr>
          <a:xfrm>
            <a:off x="2770585" y="228186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37A75BE-2D36-D20C-63E6-32D2960BFA64}"/>
              </a:ext>
            </a:extLst>
          </p:cNvPr>
          <p:cNvSpPr>
            <a:spLocks noChangeAspect="1"/>
          </p:cNvSpPr>
          <p:nvPr/>
        </p:nvSpPr>
        <p:spPr>
          <a:xfrm>
            <a:off x="1497541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8838413-0BD9-BD7B-B9F0-DD0B776B60C1}"/>
              </a:ext>
            </a:extLst>
          </p:cNvPr>
          <p:cNvSpPr>
            <a:spLocks noChangeAspect="1"/>
          </p:cNvSpPr>
          <p:nvPr/>
        </p:nvSpPr>
        <p:spPr>
          <a:xfrm>
            <a:off x="2129954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CB09799-CBA5-7E88-0752-369CE44DB8D1}"/>
              </a:ext>
            </a:extLst>
          </p:cNvPr>
          <p:cNvSpPr>
            <a:spLocks noChangeAspect="1"/>
          </p:cNvSpPr>
          <p:nvPr/>
        </p:nvSpPr>
        <p:spPr>
          <a:xfrm>
            <a:off x="4027193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898D57F-2B18-C226-3B6A-092C2966978B}"/>
              </a:ext>
            </a:extLst>
          </p:cNvPr>
          <p:cNvSpPr>
            <a:spLocks noChangeAspect="1"/>
          </p:cNvSpPr>
          <p:nvPr/>
        </p:nvSpPr>
        <p:spPr>
          <a:xfrm>
            <a:off x="4659606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74C488C-2B7F-0AB6-3BFC-F1D5B987974C}"/>
              </a:ext>
            </a:extLst>
          </p:cNvPr>
          <p:cNvSpPr>
            <a:spLocks noChangeAspect="1"/>
          </p:cNvSpPr>
          <p:nvPr/>
        </p:nvSpPr>
        <p:spPr>
          <a:xfrm>
            <a:off x="5292019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B38A921-2924-066A-BC93-323477DC4E74}"/>
              </a:ext>
            </a:extLst>
          </p:cNvPr>
          <p:cNvSpPr>
            <a:spLocks noChangeAspect="1"/>
          </p:cNvSpPr>
          <p:nvPr/>
        </p:nvSpPr>
        <p:spPr>
          <a:xfrm>
            <a:off x="5924432" y="228600"/>
            <a:ext cx="457200" cy="457200"/>
          </a:xfrm>
          <a:prstGeom prst="ellipse">
            <a:avLst/>
          </a:prstGeom>
          <a:solidFill>
            <a:srgbClr val="8EBB6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A3F9291-88B7-3857-CF8F-BD9E1811E422}"/>
              </a:ext>
            </a:extLst>
          </p:cNvPr>
          <p:cNvSpPr>
            <a:spLocks noChangeAspect="1"/>
          </p:cNvSpPr>
          <p:nvPr/>
        </p:nvSpPr>
        <p:spPr>
          <a:xfrm>
            <a:off x="6556845" y="228600"/>
            <a:ext cx="457200" cy="457200"/>
          </a:xfrm>
          <a:prstGeom prst="ellipse">
            <a:avLst/>
          </a:prstGeom>
          <a:solidFill>
            <a:srgbClr val="8EBB6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05A744D-12B5-8687-4C4E-DEA7C966218B}"/>
              </a:ext>
            </a:extLst>
          </p:cNvPr>
          <p:cNvSpPr>
            <a:spLocks noChangeAspect="1"/>
          </p:cNvSpPr>
          <p:nvPr/>
        </p:nvSpPr>
        <p:spPr>
          <a:xfrm>
            <a:off x="7189259" y="228600"/>
            <a:ext cx="457200" cy="457200"/>
          </a:xfrm>
          <a:prstGeom prst="ellipse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562CAD8-24B8-FA0F-C49A-5A02CBCA6435}"/>
              </a:ext>
            </a:extLst>
          </p:cNvPr>
          <p:cNvGrpSpPr/>
          <p:nvPr/>
        </p:nvGrpSpPr>
        <p:grpSpPr>
          <a:xfrm>
            <a:off x="5924432" y="228600"/>
            <a:ext cx="457200" cy="457200"/>
            <a:chOff x="3394780" y="228600"/>
            <a:chExt cx="457200" cy="457200"/>
          </a:xfrm>
        </p:grpSpPr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466B029-7C52-3DD1-2A86-23C25ECFE79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94780" y="229014"/>
              <a:ext cx="224492" cy="456372"/>
            </a:xfrm>
            <a:custGeom>
              <a:avLst/>
              <a:gdLst>
                <a:gd name="connsiteX0" fmla="*/ 224492 w 224492"/>
                <a:gd name="connsiteY0" fmla="*/ 0 h 456372"/>
                <a:gd name="connsiteX1" fmla="*/ 224492 w 224492"/>
                <a:gd name="connsiteY1" fmla="*/ 456372 h 456372"/>
                <a:gd name="connsiteX2" fmla="*/ 182529 w 224492"/>
                <a:gd name="connsiteY2" fmla="*/ 452142 h 456372"/>
                <a:gd name="connsiteX3" fmla="*/ 0 w 224492"/>
                <a:gd name="connsiteY3" fmla="*/ 228186 h 456372"/>
                <a:gd name="connsiteX4" fmla="*/ 182529 w 224492"/>
                <a:gd name="connsiteY4" fmla="*/ 4230 h 456372"/>
                <a:gd name="connsiteX5" fmla="*/ 224492 w 224492"/>
                <a:gd name="connsiteY5" fmla="*/ 0 h 45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4492" h="456372">
                  <a:moveTo>
                    <a:pt x="224492" y="0"/>
                  </a:moveTo>
                  <a:lnTo>
                    <a:pt x="224492" y="456372"/>
                  </a:lnTo>
                  <a:lnTo>
                    <a:pt x="182529" y="452142"/>
                  </a:lnTo>
                  <a:cubicBezTo>
                    <a:pt x="78360" y="430826"/>
                    <a:pt x="0" y="338657"/>
                    <a:pt x="0" y="228186"/>
                  </a:cubicBezTo>
                  <a:cubicBezTo>
                    <a:pt x="0" y="117716"/>
                    <a:pt x="78360" y="25547"/>
                    <a:pt x="182529" y="4230"/>
                  </a:cubicBezTo>
                  <a:lnTo>
                    <a:pt x="2244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9A8A1A2-E09D-7F52-053B-B2606CFEF9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19272" y="228600"/>
              <a:ext cx="232708" cy="457200"/>
            </a:xfrm>
            <a:custGeom>
              <a:avLst/>
              <a:gdLst>
                <a:gd name="connsiteX0" fmla="*/ 4108 w 232708"/>
                <a:gd name="connsiteY0" fmla="*/ 0 h 457200"/>
                <a:gd name="connsiteX1" fmla="*/ 232708 w 232708"/>
                <a:gd name="connsiteY1" fmla="*/ 228600 h 457200"/>
                <a:gd name="connsiteX2" fmla="*/ 4108 w 232708"/>
                <a:gd name="connsiteY2" fmla="*/ 457200 h 457200"/>
                <a:gd name="connsiteX3" fmla="*/ 0 w 232708"/>
                <a:gd name="connsiteY3" fmla="*/ 456786 h 457200"/>
                <a:gd name="connsiteX4" fmla="*/ 0 w 232708"/>
                <a:gd name="connsiteY4" fmla="*/ 414 h 457200"/>
                <a:gd name="connsiteX5" fmla="*/ 4108 w 232708"/>
                <a:gd name="connsiteY5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2708" h="457200">
                  <a:moveTo>
                    <a:pt x="4108" y="0"/>
                  </a:moveTo>
                  <a:cubicBezTo>
                    <a:pt x="130360" y="0"/>
                    <a:pt x="232708" y="102348"/>
                    <a:pt x="232708" y="228600"/>
                  </a:cubicBezTo>
                  <a:cubicBezTo>
                    <a:pt x="232708" y="354852"/>
                    <a:pt x="130360" y="457200"/>
                    <a:pt x="4108" y="457200"/>
                  </a:cubicBezTo>
                  <a:lnTo>
                    <a:pt x="0" y="456786"/>
                  </a:lnTo>
                  <a:lnTo>
                    <a:pt x="0" y="414"/>
                  </a:lnTo>
                  <a:lnTo>
                    <a:pt x="4108" y="0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8BA12F4-524C-52A1-B119-533CDDBE00A5}"/>
              </a:ext>
            </a:extLst>
          </p:cNvPr>
          <p:cNvGrpSpPr/>
          <p:nvPr/>
        </p:nvGrpSpPr>
        <p:grpSpPr>
          <a:xfrm>
            <a:off x="6556845" y="240506"/>
            <a:ext cx="457200" cy="457200"/>
            <a:chOff x="3394780" y="228600"/>
            <a:chExt cx="457200" cy="45720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D8FAC97-8A60-85C9-2BDF-C4418FF1C1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94780" y="229014"/>
              <a:ext cx="224492" cy="456372"/>
            </a:xfrm>
            <a:custGeom>
              <a:avLst/>
              <a:gdLst>
                <a:gd name="connsiteX0" fmla="*/ 224492 w 224492"/>
                <a:gd name="connsiteY0" fmla="*/ 0 h 456372"/>
                <a:gd name="connsiteX1" fmla="*/ 224492 w 224492"/>
                <a:gd name="connsiteY1" fmla="*/ 456372 h 456372"/>
                <a:gd name="connsiteX2" fmla="*/ 182529 w 224492"/>
                <a:gd name="connsiteY2" fmla="*/ 452142 h 456372"/>
                <a:gd name="connsiteX3" fmla="*/ 0 w 224492"/>
                <a:gd name="connsiteY3" fmla="*/ 228186 h 456372"/>
                <a:gd name="connsiteX4" fmla="*/ 182529 w 224492"/>
                <a:gd name="connsiteY4" fmla="*/ 4230 h 456372"/>
                <a:gd name="connsiteX5" fmla="*/ 224492 w 224492"/>
                <a:gd name="connsiteY5" fmla="*/ 0 h 45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4492" h="456372">
                  <a:moveTo>
                    <a:pt x="224492" y="0"/>
                  </a:moveTo>
                  <a:lnTo>
                    <a:pt x="224492" y="456372"/>
                  </a:lnTo>
                  <a:lnTo>
                    <a:pt x="182529" y="452142"/>
                  </a:lnTo>
                  <a:cubicBezTo>
                    <a:pt x="78360" y="430826"/>
                    <a:pt x="0" y="338657"/>
                    <a:pt x="0" y="228186"/>
                  </a:cubicBezTo>
                  <a:cubicBezTo>
                    <a:pt x="0" y="117716"/>
                    <a:pt x="78360" y="25547"/>
                    <a:pt x="182529" y="4230"/>
                  </a:cubicBezTo>
                  <a:lnTo>
                    <a:pt x="2244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F98C09D-CAF8-D8DF-076F-7D4B0B7592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19272" y="228600"/>
              <a:ext cx="232708" cy="457200"/>
            </a:xfrm>
            <a:custGeom>
              <a:avLst/>
              <a:gdLst>
                <a:gd name="connsiteX0" fmla="*/ 4108 w 232708"/>
                <a:gd name="connsiteY0" fmla="*/ 0 h 457200"/>
                <a:gd name="connsiteX1" fmla="*/ 232708 w 232708"/>
                <a:gd name="connsiteY1" fmla="*/ 228600 h 457200"/>
                <a:gd name="connsiteX2" fmla="*/ 4108 w 232708"/>
                <a:gd name="connsiteY2" fmla="*/ 457200 h 457200"/>
                <a:gd name="connsiteX3" fmla="*/ 0 w 232708"/>
                <a:gd name="connsiteY3" fmla="*/ 456786 h 457200"/>
                <a:gd name="connsiteX4" fmla="*/ 0 w 232708"/>
                <a:gd name="connsiteY4" fmla="*/ 414 h 457200"/>
                <a:gd name="connsiteX5" fmla="*/ 4108 w 232708"/>
                <a:gd name="connsiteY5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2708" h="457200">
                  <a:moveTo>
                    <a:pt x="4108" y="0"/>
                  </a:moveTo>
                  <a:cubicBezTo>
                    <a:pt x="130360" y="0"/>
                    <a:pt x="232708" y="102348"/>
                    <a:pt x="232708" y="228600"/>
                  </a:cubicBezTo>
                  <a:cubicBezTo>
                    <a:pt x="232708" y="354852"/>
                    <a:pt x="130360" y="457200"/>
                    <a:pt x="4108" y="457200"/>
                  </a:cubicBezTo>
                  <a:lnTo>
                    <a:pt x="0" y="456786"/>
                  </a:lnTo>
                  <a:lnTo>
                    <a:pt x="0" y="414"/>
                  </a:lnTo>
                  <a:lnTo>
                    <a:pt x="4108" y="0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26321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6DFBB-6B4A-7D10-11FA-F411E5F8B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0EDA14D8-AB90-14F3-B711-721E334471DF}"/>
              </a:ext>
            </a:extLst>
          </p:cNvPr>
          <p:cNvGrpSpPr/>
          <p:nvPr/>
        </p:nvGrpSpPr>
        <p:grpSpPr>
          <a:xfrm>
            <a:off x="1497541" y="228600"/>
            <a:ext cx="6148918" cy="457200"/>
            <a:chOff x="302004" y="209723"/>
            <a:chExt cx="6148918" cy="4572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7EA3F6C6-0470-DDD2-D5C0-278345834B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2004" y="209723"/>
              <a:ext cx="457200" cy="4572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4631069-FA1F-9B00-D8C2-86C1413A998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34417" y="209723"/>
              <a:ext cx="457200" cy="4572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B96D1335-EBAE-4E8D-B13B-66FFD2DEB5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66830" y="209723"/>
              <a:ext cx="457200" cy="4572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EFB953F-3900-F459-30EE-859F58E1BC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99243" y="209723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1EFD31E-1EC4-0BBC-8F36-3DAEED8E9C5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31656" y="209723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30CC340-B41A-C1BF-AA1A-C0A8249A96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64069" y="209723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0CD2B94-2B55-4624-1745-C58A42C058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96482" y="209723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0F1CB95-9BF4-A680-4312-13475DFD8B6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28895" y="209723"/>
              <a:ext cx="457200" cy="457200"/>
            </a:xfrm>
            <a:prstGeom prst="ellips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9D94D4D-7E0C-4494-F341-FBE2131EB0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61308" y="209723"/>
              <a:ext cx="457200" cy="457200"/>
            </a:xfrm>
            <a:prstGeom prst="ellips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DDC0C14-AF90-0C50-A905-D7B722E7DB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93722" y="209723"/>
              <a:ext cx="457200" cy="457200"/>
            </a:xfrm>
            <a:prstGeom prst="ellips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1343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272BED-4FCA-3E41-A658-640490D58BED}">
  <we:reference id="wa200004052" version="1.0.0.2" store="en-US" storeType="OMEX"/>
  <we:alternateReferences>
    <we:reference id="WA200004052" version="1.0.0.2" store="WA200004052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2692</TotalTime>
  <Words>0</Words>
  <Application>Microsoft Macintosh PowerPoint</Application>
  <PresentationFormat>Custom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Marcora, Edoardo</dc:creator>
  <cp:lastModifiedBy>Marcora, Edoardo</cp:lastModifiedBy>
  <cp:revision>328</cp:revision>
  <dcterms:created xsi:type="dcterms:W3CDTF">2023-11-12T17:13:15Z</dcterms:created>
  <dcterms:modified xsi:type="dcterms:W3CDTF">2025-02-11T19:40:47Z</dcterms:modified>
</cp:coreProperties>
</file>